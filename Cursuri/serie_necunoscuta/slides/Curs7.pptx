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37"/>
  </p:notesMasterIdLst>
  <p:handoutMasterIdLst>
    <p:handoutMasterId r:id="rId38"/>
  </p:handoutMasterIdLst>
  <p:sldIdLst>
    <p:sldId id="406" r:id="rId2"/>
    <p:sldId id="256" r:id="rId3"/>
    <p:sldId id="322" r:id="rId4"/>
    <p:sldId id="407" r:id="rId5"/>
    <p:sldId id="394" r:id="rId6"/>
    <p:sldId id="331" r:id="rId7"/>
    <p:sldId id="395" r:id="rId8"/>
    <p:sldId id="408" r:id="rId9"/>
    <p:sldId id="396" r:id="rId10"/>
    <p:sldId id="370" r:id="rId11"/>
    <p:sldId id="410" r:id="rId12"/>
    <p:sldId id="411" r:id="rId13"/>
    <p:sldId id="258" r:id="rId14"/>
    <p:sldId id="316" r:id="rId15"/>
    <p:sldId id="317" r:id="rId16"/>
    <p:sldId id="318" r:id="rId17"/>
    <p:sldId id="319" r:id="rId18"/>
    <p:sldId id="398" r:id="rId19"/>
    <p:sldId id="399" r:id="rId20"/>
    <p:sldId id="400" r:id="rId21"/>
    <p:sldId id="402" r:id="rId22"/>
    <p:sldId id="334" r:id="rId23"/>
    <p:sldId id="403" r:id="rId24"/>
    <p:sldId id="404" r:id="rId25"/>
    <p:sldId id="405" r:id="rId26"/>
    <p:sldId id="422" r:id="rId27"/>
    <p:sldId id="414" r:id="rId28"/>
    <p:sldId id="412" r:id="rId29"/>
    <p:sldId id="415" r:id="rId30"/>
    <p:sldId id="418" r:id="rId31"/>
    <p:sldId id="417" r:id="rId32"/>
    <p:sldId id="419" r:id="rId33"/>
    <p:sldId id="420" r:id="rId34"/>
    <p:sldId id="421" r:id="rId35"/>
    <p:sldId id="423" r:id="rId3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Karla" pitchFamily="2" charset="0"/>
      <p:regular r:id="rId40"/>
      <p:bold r:id="rId41"/>
    </p:embeddedFont>
    <p:embeddedFont>
      <p:font typeface="Karla Regular" charset="0"/>
      <p:regular r:id="rId42"/>
      <p:bold r:id="rId43"/>
      <p:italic r:id="rId44"/>
      <p:boldItalic r:id="rId45"/>
    </p:embeddedFont>
    <p:embeddedFont>
      <p:font typeface="Lucida Sans" panose="020B0602030504020204" pitchFamily="34" charset="0"/>
      <p:regular r:id="rId46"/>
      <p:bold r:id="rId47"/>
      <p:italic r:id="rId48"/>
      <p:boldItalic r:id="rId49"/>
    </p:embeddedFont>
    <p:embeddedFont>
      <p:font typeface="Lucida Sans Typewriter" panose="020B0509030504030204" pitchFamily="49" charset="0"/>
      <p:regular r:id="rId50"/>
      <p:bold r:id="rId51"/>
      <p:italic r:id="rId52"/>
      <p:boldItalic r:id="rId53"/>
    </p:embeddedFont>
    <p:embeddedFont>
      <p:font typeface="Nunito" pitchFamily="2" charset="0"/>
      <p:regular r:id="rId54"/>
      <p:bold r:id="rId55"/>
      <p:italic r:id="rId56"/>
      <p:boldItalic r:id="rId57"/>
    </p:embeddedFont>
    <p:embeddedFont>
      <p:font typeface="Roboto Condensed Light" panose="02000000000000000000" pitchFamily="2" charset="0"/>
      <p:regular r:id="rId58"/>
      <p: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E2A0"/>
    <a:srgbClr val="FC8CBC"/>
    <a:srgbClr val="EBF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CB34CF-8FD8-E8B2-3FFD-74B1D02AFD76}" v="375" dt="2022-10-27T18:36:19.122"/>
  </p1510:revLst>
</p1510:revInfo>
</file>

<file path=ppt/tableStyles.xml><?xml version="1.0" encoding="utf-8"?>
<a:tblStyleLst xmlns:a="http://schemas.openxmlformats.org/drawingml/2006/main" def="{D5FC7F6E-7D7C-429E-9E02-8E8779DB5895}">
  <a:tblStyle styleId="{D5FC7F6E-7D7C-429E-9E02-8E8779DB58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1" autoAdjust="0"/>
    <p:restoredTop sz="86792" autoAdjust="0"/>
  </p:normalViewPr>
  <p:slideViewPr>
    <p:cSldViewPr snapToGrid="0">
      <p:cViewPr varScale="1">
        <p:scale>
          <a:sx n="137" d="100"/>
          <a:sy n="137" d="100"/>
        </p:scale>
        <p:origin x="150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10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font" Target="fonts/font20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59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font" Target="fonts/font1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0E615C-8898-74D8-B789-69EEB44230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9942E-840F-B1C4-FB45-60094FDCCF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31504-B6A5-D479-C5F4-B1D0601125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9B4A7-B352-4E0A-862E-644E01126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43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6365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8014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6526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896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2443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467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3013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7518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1652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6956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631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9994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27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9241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2288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13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9573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2978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59121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77439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3652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20858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365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1696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87288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08613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97425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2967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3241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3197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923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 sz="1200">
                <a:solidFill>
                  <a:schemeClr val="accent4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322400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-1096660" y="3536723"/>
            <a:ext cx="1626244" cy="1381416"/>
            <a:chOff x="4611450" y="3151300"/>
            <a:chExt cx="667725" cy="567200"/>
          </a:xfrm>
        </p:grpSpPr>
        <p:sp>
          <p:nvSpPr>
            <p:cNvPr id="57" name="Google Shape;57;p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4"/>
          <p:cNvSpPr/>
          <p:nvPr/>
        </p:nvSpPr>
        <p:spPr>
          <a:xfrm>
            <a:off x="6019775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4"/>
          <p:cNvGrpSpPr/>
          <p:nvPr/>
        </p:nvGrpSpPr>
        <p:grpSpPr>
          <a:xfrm>
            <a:off x="7677857" y="337714"/>
            <a:ext cx="1051274" cy="787312"/>
            <a:chOff x="3585475" y="1537675"/>
            <a:chExt cx="649175" cy="486175"/>
          </a:xfrm>
        </p:grpSpPr>
        <p:sp>
          <p:nvSpPr>
            <p:cNvPr id="72" name="Google Shape;72;p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4"/>
          <p:cNvSpPr/>
          <p:nvPr/>
        </p:nvSpPr>
        <p:spPr>
          <a:xfrm>
            <a:off x="-1428200" y="-1177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28" name="Google Shape;1428;p27"/>
          <p:cNvGrpSpPr/>
          <p:nvPr/>
        </p:nvGrpSpPr>
        <p:grpSpPr>
          <a:xfrm rot="10800000" flipH="1">
            <a:off x="8367160" y="669950"/>
            <a:ext cx="4287930" cy="3642388"/>
            <a:chOff x="4611450" y="3151300"/>
            <a:chExt cx="667725" cy="567200"/>
          </a:xfrm>
        </p:grpSpPr>
        <p:sp>
          <p:nvSpPr>
            <p:cNvPr id="1429" name="Google Shape;1429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27"/>
          <p:cNvGrpSpPr/>
          <p:nvPr/>
        </p:nvGrpSpPr>
        <p:grpSpPr>
          <a:xfrm rot="10800000" flipH="1">
            <a:off x="-3376540" y="669950"/>
            <a:ext cx="4287930" cy="3642388"/>
            <a:chOff x="4611450" y="3151300"/>
            <a:chExt cx="667725" cy="567200"/>
          </a:xfrm>
        </p:grpSpPr>
        <p:sp>
          <p:nvSpPr>
            <p:cNvPr id="1443" name="Google Shape;1443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27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0" name="Google Shape;1480;p27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1481" name="Google Shape;1481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"/>
          <p:cNvSpPr txBox="1">
            <a:spLocks noGrp="1"/>
          </p:cNvSpPr>
          <p:nvPr>
            <p:ph type="title"/>
          </p:nvPr>
        </p:nvSpPr>
        <p:spPr>
          <a:xfrm>
            <a:off x="2391900" y="3022051"/>
            <a:ext cx="4360200" cy="576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0" name="Google Shape;600;p14"/>
          <p:cNvSpPr txBox="1">
            <a:spLocks noGrp="1"/>
          </p:cNvSpPr>
          <p:nvPr>
            <p:ph type="subTitle" idx="1"/>
          </p:nvPr>
        </p:nvSpPr>
        <p:spPr>
          <a:xfrm>
            <a:off x="1956450" y="1589538"/>
            <a:ext cx="5231100" cy="12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1" name="Google Shape;601;p14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602" name="Google Shape;602;p1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" name="Google Shape;637;p14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638" name="Google Shape;638;p1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8" name="Google Shape;658;p14"/>
          <p:cNvSpPr/>
          <p:nvPr userDrawn="1"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196;p37">
            <a:extLst>
              <a:ext uri="{FF2B5EF4-FFF2-40B4-BE49-F238E27FC236}">
                <a16:creationId xmlns:a16="http://schemas.microsoft.com/office/drawing/2014/main" id="{97FB54A7-C0D6-FFA8-2F7B-C19023CD040C}"/>
              </a:ext>
            </a:extLst>
          </p:cNvPr>
          <p:cNvSpPr/>
          <p:nvPr userDrawn="1"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63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 txBox="1">
            <a:spLocks noGrp="1"/>
          </p:cNvSpPr>
          <p:nvPr>
            <p:ph type="title"/>
          </p:nvPr>
        </p:nvSpPr>
        <p:spPr>
          <a:xfrm>
            <a:off x="1991650" y="2111788"/>
            <a:ext cx="5183700" cy="17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subTitle" idx="1"/>
          </p:nvPr>
        </p:nvSpPr>
        <p:spPr>
          <a:xfrm>
            <a:off x="2147050" y="3771638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50" name="Google Shape;250;p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7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64" name="Google Shape;264;p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7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7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7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" name="Google Shape;280;p7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81" name="Google Shape;281;p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7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302" name="Google Shape;302;p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76814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781" name="Google Shape;781;p18"/>
          <p:cNvGrpSpPr/>
          <p:nvPr/>
        </p:nvGrpSpPr>
        <p:grpSpPr>
          <a:xfrm rot="10800000">
            <a:off x="-3511090" y="669950"/>
            <a:ext cx="4287930" cy="3642388"/>
            <a:chOff x="4611450" y="3151300"/>
            <a:chExt cx="667725" cy="567200"/>
          </a:xfrm>
        </p:grpSpPr>
        <p:sp>
          <p:nvSpPr>
            <p:cNvPr id="782" name="Google Shape;782;p18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8"/>
          <p:cNvGrpSpPr/>
          <p:nvPr/>
        </p:nvGrpSpPr>
        <p:grpSpPr>
          <a:xfrm rot="10800000">
            <a:off x="8229660" y="669950"/>
            <a:ext cx="4287930" cy="3642388"/>
            <a:chOff x="4611450" y="3151300"/>
            <a:chExt cx="667725" cy="567200"/>
          </a:xfrm>
        </p:grpSpPr>
        <p:sp>
          <p:nvSpPr>
            <p:cNvPr id="796" name="Google Shape;796;p18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9" name="Google Shape;809;p18"/>
          <p:cNvSpPr/>
          <p:nvPr/>
        </p:nvSpPr>
        <p:spPr>
          <a:xfrm rot="10800000" flipH="1">
            <a:off x="8629529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18"/>
          <p:cNvSpPr/>
          <p:nvPr/>
        </p:nvSpPr>
        <p:spPr>
          <a:xfrm rot="10800000" flipH="1">
            <a:off x="-1008996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8"/>
          <p:cNvSpPr/>
          <p:nvPr/>
        </p:nvSpPr>
        <p:spPr>
          <a:xfrm rot="10800000" flipH="1">
            <a:off x="286806" y="4121226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2" name="Google Shape;812;p18"/>
          <p:cNvGrpSpPr/>
          <p:nvPr/>
        </p:nvGrpSpPr>
        <p:grpSpPr>
          <a:xfrm rot="10800000">
            <a:off x="7732768" y="4770143"/>
            <a:ext cx="1051274" cy="787312"/>
            <a:chOff x="3585475" y="1537675"/>
            <a:chExt cx="649175" cy="486175"/>
          </a:xfrm>
        </p:grpSpPr>
        <p:sp>
          <p:nvSpPr>
            <p:cNvPr id="813" name="Google Shape;813;p18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8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" name="Google Shape;833;p18"/>
          <p:cNvGrpSpPr/>
          <p:nvPr/>
        </p:nvGrpSpPr>
        <p:grpSpPr>
          <a:xfrm rot="10800000">
            <a:off x="459031" y="-423544"/>
            <a:ext cx="1051274" cy="787312"/>
            <a:chOff x="3585475" y="1537675"/>
            <a:chExt cx="649175" cy="486175"/>
          </a:xfrm>
        </p:grpSpPr>
        <p:sp>
          <p:nvSpPr>
            <p:cNvPr id="834" name="Google Shape;834;p18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4" name="Google Shape;854;p18"/>
          <p:cNvSpPr txBox="1">
            <a:spLocks noGrp="1"/>
          </p:cNvSpPr>
          <p:nvPr>
            <p:ph type="title" idx="2"/>
          </p:nvPr>
        </p:nvSpPr>
        <p:spPr>
          <a:xfrm>
            <a:off x="1444300" y="1886147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title" idx="3"/>
          </p:nvPr>
        </p:nvSpPr>
        <p:spPr>
          <a:xfrm>
            <a:off x="4957147" y="3122347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8"/>
          <p:cNvSpPr txBox="1">
            <a:spLocks noGrp="1"/>
          </p:cNvSpPr>
          <p:nvPr>
            <p:ph type="subTitle" idx="1"/>
          </p:nvPr>
        </p:nvSpPr>
        <p:spPr>
          <a:xfrm>
            <a:off x="4957150" y="3609975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subTitle" idx="4"/>
          </p:nvPr>
        </p:nvSpPr>
        <p:spPr>
          <a:xfrm>
            <a:off x="1444475" y="2373775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979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741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3" r:id="rId4"/>
    <p:sldLayoutId id="2147483681" r:id="rId5"/>
    <p:sldLayoutId id="2147483682" r:id="rId6"/>
    <p:sldLayoutId id="2147483683" r:id="rId7"/>
    <p:sldLayoutId id="2147483689" r:id="rId8"/>
    <p:sldLayoutId id="2147483690" r:id="rId9"/>
    <p:sldLayoutId id="2147483691" r:id="rId10"/>
    <p:sldLayoutId id="214748369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3" Type="http://schemas.openxmlformats.org/officeDocument/2006/relationships/image" Target="../media/image1910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10.png"/><Relationship Id="rId11" Type="http://schemas.openxmlformats.org/officeDocument/2006/relationships/image" Target="../media/image45.png"/><Relationship Id="rId5" Type="http://schemas.openxmlformats.org/officeDocument/2006/relationships/image" Target="../media/image41.png"/><Relationship Id="rId15" Type="http://schemas.openxmlformats.org/officeDocument/2006/relationships/image" Target="../media/image49.png"/><Relationship Id="rId10" Type="http://schemas.openxmlformats.org/officeDocument/2006/relationships/image" Target="../media/image262.png"/><Relationship Id="rId4" Type="http://schemas.openxmlformats.org/officeDocument/2006/relationships/image" Target="../media/image2010.png"/><Relationship Id="rId9" Type="http://schemas.openxmlformats.org/officeDocument/2006/relationships/image" Target="../media/image44.png"/><Relationship Id="rId1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52.png"/><Relationship Id="rId10" Type="http://schemas.openxmlformats.org/officeDocument/2006/relationships/image" Target="../media/image55.png"/><Relationship Id="rId4" Type="http://schemas.openxmlformats.org/officeDocument/2006/relationships/image" Target="../media/image46.png"/><Relationship Id="rId9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26" Type="http://schemas.openxmlformats.org/officeDocument/2006/relationships/image" Target="../media/image100.png"/><Relationship Id="rId39" Type="http://schemas.openxmlformats.org/officeDocument/2006/relationships/image" Target="../media/image113.png"/><Relationship Id="rId21" Type="http://schemas.openxmlformats.org/officeDocument/2006/relationships/image" Target="../media/image95.png"/><Relationship Id="rId34" Type="http://schemas.openxmlformats.org/officeDocument/2006/relationships/image" Target="../media/image108.png"/><Relationship Id="rId42" Type="http://schemas.openxmlformats.org/officeDocument/2006/relationships/image" Target="../media/image116.png"/><Relationship Id="rId47" Type="http://schemas.openxmlformats.org/officeDocument/2006/relationships/image" Target="../media/image121.png"/><Relationship Id="rId50" Type="http://schemas.openxmlformats.org/officeDocument/2006/relationships/image" Target="../media/image124.png"/><Relationship Id="rId55" Type="http://schemas.openxmlformats.org/officeDocument/2006/relationships/image" Target="../media/image129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90.png"/><Relationship Id="rId29" Type="http://schemas.openxmlformats.org/officeDocument/2006/relationships/image" Target="../media/image103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32" Type="http://schemas.openxmlformats.org/officeDocument/2006/relationships/image" Target="../media/image106.png"/><Relationship Id="rId37" Type="http://schemas.openxmlformats.org/officeDocument/2006/relationships/image" Target="../media/image111.png"/><Relationship Id="rId40" Type="http://schemas.openxmlformats.org/officeDocument/2006/relationships/image" Target="../media/image114.png"/><Relationship Id="rId45" Type="http://schemas.openxmlformats.org/officeDocument/2006/relationships/image" Target="../media/image119.png"/><Relationship Id="rId53" Type="http://schemas.openxmlformats.org/officeDocument/2006/relationships/image" Target="../media/image127.png"/><Relationship Id="rId58" Type="http://schemas.openxmlformats.org/officeDocument/2006/relationships/image" Target="../media/image132.png"/><Relationship Id="rId5" Type="http://schemas.openxmlformats.org/officeDocument/2006/relationships/image" Target="../media/image79.png"/><Relationship Id="rId61" Type="http://schemas.openxmlformats.org/officeDocument/2006/relationships/image" Target="../media/image135.png"/><Relationship Id="rId19" Type="http://schemas.openxmlformats.org/officeDocument/2006/relationships/image" Target="../media/image9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Relationship Id="rId27" Type="http://schemas.openxmlformats.org/officeDocument/2006/relationships/image" Target="../media/image101.png"/><Relationship Id="rId30" Type="http://schemas.openxmlformats.org/officeDocument/2006/relationships/image" Target="../media/image104.png"/><Relationship Id="rId35" Type="http://schemas.openxmlformats.org/officeDocument/2006/relationships/image" Target="../media/image109.png"/><Relationship Id="rId43" Type="http://schemas.openxmlformats.org/officeDocument/2006/relationships/image" Target="../media/image117.png"/><Relationship Id="rId48" Type="http://schemas.openxmlformats.org/officeDocument/2006/relationships/image" Target="../media/image122.png"/><Relationship Id="rId56" Type="http://schemas.openxmlformats.org/officeDocument/2006/relationships/image" Target="../media/image130.png"/><Relationship Id="rId8" Type="http://schemas.openxmlformats.org/officeDocument/2006/relationships/image" Target="../media/image82.png"/><Relationship Id="rId51" Type="http://schemas.openxmlformats.org/officeDocument/2006/relationships/image" Target="../media/image125.png"/><Relationship Id="rId3" Type="http://schemas.openxmlformats.org/officeDocument/2006/relationships/image" Target="../media/image77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9.png"/><Relationship Id="rId33" Type="http://schemas.openxmlformats.org/officeDocument/2006/relationships/image" Target="../media/image107.png"/><Relationship Id="rId38" Type="http://schemas.openxmlformats.org/officeDocument/2006/relationships/image" Target="../media/image112.png"/><Relationship Id="rId46" Type="http://schemas.openxmlformats.org/officeDocument/2006/relationships/image" Target="../media/image120.png"/><Relationship Id="rId59" Type="http://schemas.openxmlformats.org/officeDocument/2006/relationships/image" Target="../media/image133.png"/><Relationship Id="rId20" Type="http://schemas.openxmlformats.org/officeDocument/2006/relationships/image" Target="../media/image94.png"/><Relationship Id="rId41" Type="http://schemas.openxmlformats.org/officeDocument/2006/relationships/image" Target="../media/image115.png"/><Relationship Id="rId54" Type="http://schemas.openxmlformats.org/officeDocument/2006/relationships/image" Target="../media/image12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0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28" Type="http://schemas.openxmlformats.org/officeDocument/2006/relationships/image" Target="../media/image102.png"/><Relationship Id="rId36" Type="http://schemas.openxmlformats.org/officeDocument/2006/relationships/image" Target="../media/image110.png"/><Relationship Id="rId49" Type="http://schemas.openxmlformats.org/officeDocument/2006/relationships/image" Target="../media/image123.png"/><Relationship Id="rId57" Type="http://schemas.openxmlformats.org/officeDocument/2006/relationships/image" Target="../media/image131.png"/><Relationship Id="rId10" Type="http://schemas.openxmlformats.org/officeDocument/2006/relationships/image" Target="../media/image84.png"/><Relationship Id="rId31" Type="http://schemas.openxmlformats.org/officeDocument/2006/relationships/image" Target="../media/image105.png"/><Relationship Id="rId44" Type="http://schemas.openxmlformats.org/officeDocument/2006/relationships/image" Target="../media/image118.png"/><Relationship Id="rId52" Type="http://schemas.openxmlformats.org/officeDocument/2006/relationships/image" Target="../media/image126.png"/><Relationship Id="rId60" Type="http://schemas.openxmlformats.org/officeDocument/2006/relationships/image" Target="../media/image13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9.png"/><Relationship Id="rId21" Type="http://schemas.openxmlformats.org/officeDocument/2006/relationships/image" Target="../media/image154.png"/><Relationship Id="rId42" Type="http://schemas.openxmlformats.org/officeDocument/2006/relationships/image" Target="../media/image175.png"/><Relationship Id="rId47" Type="http://schemas.openxmlformats.org/officeDocument/2006/relationships/image" Target="../media/image180.png"/><Relationship Id="rId63" Type="http://schemas.openxmlformats.org/officeDocument/2006/relationships/image" Target="../media/image190.png"/><Relationship Id="rId68" Type="http://schemas.openxmlformats.org/officeDocument/2006/relationships/image" Target="../media/image195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49.png"/><Relationship Id="rId29" Type="http://schemas.openxmlformats.org/officeDocument/2006/relationships/image" Target="../media/image162.png"/><Relationship Id="rId11" Type="http://schemas.openxmlformats.org/officeDocument/2006/relationships/image" Target="../media/image144.png"/><Relationship Id="rId24" Type="http://schemas.openxmlformats.org/officeDocument/2006/relationships/image" Target="../media/image157.png"/><Relationship Id="rId32" Type="http://schemas.openxmlformats.org/officeDocument/2006/relationships/image" Target="../media/image165.png"/><Relationship Id="rId37" Type="http://schemas.openxmlformats.org/officeDocument/2006/relationships/image" Target="../media/image170.png"/><Relationship Id="rId40" Type="http://schemas.openxmlformats.org/officeDocument/2006/relationships/image" Target="../media/image173.png"/><Relationship Id="rId45" Type="http://schemas.openxmlformats.org/officeDocument/2006/relationships/image" Target="../media/image178.png"/><Relationship Id="rId53" Type="http://schemas.openxmlformats.org/officeDocument/2006/relationships/image" Target="../media/image25.png"/><Relationship Id="rId58" Type="http://schemas.openxmlformats.org/officeDocument/2006/relationships/image" Target="../media/image185.png"/><Relationship Id="rId66" Type="http://schemas.openxmlformats.org/officeDocument/2006/relationships/image" Target="../media/image193.png"/><Relationship Id="rId74" Type="http://schemas.openxmlformats.org/officeDocument/2006/relationships/image" Target="../media/image201.png"/><Relationship Id="rId5" Type="http://schemas.openxmlformats.org/officeDocument/2006/relationships/image" Target="../media/image138.png"/><Relationship Id="rId61" Type="http://schemas.openxmlformats.org/officeDocument/2006/relationships/image" Target="../media/image188.png"/><Relationship Id="rId19" Type="http://schemas.openxmlformats.org/officeDocument/2006/relationships/image" Target="../media/image152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Relationship Id="rId27" Type="http://schemas.openxmlformats.org/officeDocument/2006/relationships/image" Target="../media/image160.png"/><Relationship Id="rId30" Type="http://schemas.openxmlformats.org/officeDocument/2006/relationships/image" Target="../media/image163.png"/><Relationship Id="rId35" Type="http://schemas.openxmlformats.org/officeDocument/2006/relationships/image" Target="../media/image168.png"/><Relationship Id="rId43" Type="http://schemas.openxmlformats.org/officeDocument/2006/relationships/image" Target="../media/image176.png"/><Relationship Id="rId48" Type="http://schemas.openxmlformats.org/officeDocument/2006/relationships/image" Target="../media/image181.png"/><Relationship Id="rId56" Type="http://schemas.openxmlformats.org/officeDocument/2006/relationships/image" Target="../media/image28.png"/><Relationship Id="rId64" Type="http://schemas.openxmlformats.org/officeDocument/2006/relationships/image" Target="../media/image191.png"/><Relationship Id="rId69" Type="http://schemas.openxmlformats.org/officeDocument/2006/relationships/image" Target="../media/image196.png"/><Relationship Id="rId8" Type="http://schemas.openxmlformats.org/officeDocument/2006/relationships/image" Target="../media/image141.png"/><Relationship Id="rId51" Type="http://schemas.openxmlformats.org/officeDocument/2006/relationships/image" Target="../media/image23.png"/><Relationship Id="rId72" Type="http://schemas.openxmlformats.org/officeDocument/2006/relationships/image" Target="../media/image199.png"/><Relationship Id="rId3" Type="http://schemas.openxmlformats.org/officeDocument/2006/relationships/image" Target="../media/image136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5" Type="http://schemas.openxmlformats.org/officeDocument/2006/relationships/image" Target="../media/image158.png"/><Relationship Id="rId33" Type="http://schemas.openxmlformats.org/officeDocument/2006/relationships/image" Target="../media/image166.png"/><Relationship Id="rId38" Type="http://schemas.openxmlformats.org/officeDocument/2006/relationships/image" Target="../media/image171.png"/><Relationship Id="rId46" Type="http://schemas.openxmlformats.org/officeDocument/2006/relationships/image" Target="../media/image179.png"/><Relationship Id="rId59" Type="http://schemas.openxmlformats.org/officeDocument/2006/relationships/image" Target="../media/image186.png"/><Relationship Id="rId67" Type="http://schemas.openxmlformats.org/officeDocument/2006/relationships/image" Target="../media/image194.png"/><Relationship Id="rId20" Type="http://schemas.openxmlformats.org/officeDocument/2006/relationships/image" Target="../media/image153.png"/><Relationship Id="rId41" Type="http://schemas.openxmlformats.org/officeDocument/2006/relationships/image" Target="../media/image174.png"/><Relationship Id="rId54" Type="http://schemas.openxmlformats.org/officeDocument/2006/relationships/image" Target="../media/image26.png"/><Relationship Id="rId62" Type="http://schemas.openxmlformats.org/officeDocument/2006/relationships/image" Target="../media/image189.png"/><Relationship Id="rId70" Type="http://schemas.openxmlformats.org/officeDocument/2006/relationships/image" Target="../media/image197.png"/><Relationship Id="rId75" Type="http://schemas.openxmlformats.org/officeDocument/2006/relationships/image" Target="../media/image20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9.png"/><Relationship Id="rId15" Type="http://schemas.openxmlformats.org/officeDocument/2006/relationships/image" Target="../media/image148.png"/><Relationship Id="rId23" Type="http://schemas.openxmlformats.org/officeDocument/2006/relationships/image" Target="../media/image156.png"/><Relationship Id="rId28" Type="http://schemas.openxmlformats.org/officeDocument/2006/relationships/image" Target="../media/image161.png"/><Relationship Id="rId36" Type="http://schemas.openxmlformats.org/officeDocument/2006/relationships/image" Target="../media/image169.png"/><Relationship Id="rId49" Type="http://schemas.openxmlformats.org/officeDocument/2006/relationships/image" Target="../media/image182.png"/><Relationship Id="rId57" Type="http://schemas.openxmlformats.org/officeDocument/2006/relationships/image" Target="../media/image184.png"/><Relationship Id="rId10" Type="http://schemas.openxmlformats.org/officeDocument/2006/relationships/image" Target="../media/image143.png"/><Relationship Id="rId31" Type="http://schemas.openxmlformats.org/officeDocument/2006/relationships/image" Target="../media/image164.png"/><Relationship Id="rId44" Type="http://schemas.openxmlformats.org/officeDocument/2006/relationships/image" Target="../media/image177.png"/><Relationship Id="rId52" Type="http://schemas.openxmlformats.org/officeDocument/2006/relationships/image" Target="../media/image24.png"/><Relationship Id="rId60" Type="http://schemas.openxmlformats.org/officeDocument/2006/relationships/image" Target="../media/image187.png"/><Relationship Id="rId65" Type="http://schemas.openxmlformats.org/officeDocument/2006/relationships/image" Target="../media/image192.png"/><Relationship Id="rId73" Type="http://schemas.openxmlformats.org/officeDocument/2006/relationships/image" Target="../media/image200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9" Type="http://schemas.openxmlformats.org/officeDocument/2006/relationships/image" Target="../media/image172.png"/><Relationship Id="rId34" Type="http://schemas.openxmlformats.org/officeDocument/2006/relationships/image" Target="../media/image167.png"/><Relationship Id="rId50" Type="http://schemas.openxmlformats.org/officeDocument/2006/relationships/image" Target="../media/image183.png"/><Relationship Id="rId55" Type="http://schemas.openxmlformats.org/officeDocument/2006/relationships/image" Target="../media/image27.png"/><Relationship Id="rId76" Type="http://schemas.openxmlformats.org/officeDocument/2006/relationships/image" Target="../media/image203.png"/><Relationship Id="rId7" Type="http://schemas.openxmlformats.org/officeDocument/2006/relationships/image" Target="../media/image140.png"/><Relationship Id="rId71" Type="http://schemas.openxmlformats.org/officeDocument/2006/relationships/image" Target="../media/image198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26" Type="http://schemas.openxmlformats.org/officeDocument/2006/relationships/image" Target="../media/image100.png"/><Relationship Id="rId39" Type="http://schemas.openxmlformats.org/officeDocument/2006/relationships/image" Target="../media/image113.png"/><Relationship Id="rId21" Type="http://schemas.openxmlformats.org/officeDocument/2006/relationships/image" Target="../media/image95.png"/><Relationship Id="rId34" Type="http://schemas.openxmlformats.org/officeDocument/2006/relationships/image" Target="../media/image108.png"/><Relationship Id="rId42" Type="http://schemas.openxmlformats.org/officeDocument/2006/relationships/image" Target="../media/image116.png"/><Relationship Id="rId47" Type="http://schemas.openxmlformats.org/officeDocument/2006/relationships/image" Target="../media/image121.png"/><Relationship Id="rId50" Type="http://schemas.openxmlformats.org/officeDocument/2006/relationships/image" Target="../media/image124.png"/><Relationship Id="rId55" Type="http://schemas.openxmlformats.org/officeDocument/2006/relationships/image" Target="../media/image129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90.png"/><Relationship Id="rId29" Type="http://schemas.openxmlformats.org/officeDocument/2006/relationships/image" Target="../media/image103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32" Type="http://schemas.openxmlformats.org/officeDocument/2006/relationships/image" Target="../media/image106.png"/><Relationship Id="rId37" Type="http://schemas.openxmlformats.org/officeDocument/2006/relationships/image" Target="../media/image111.png"/><Relationship Id="rId40" Type="http://schemas.openxmlformats.org/officeDocument/2006/relationships/image" Target="../media/image114.png"/><Relationship Id="rId45" Type="http://schemas.openxmlformats.org/officeDocument/2006/relationships/image" Target="../media/image119.png"/><Relationship Id="rId53" Type="http://schemas.openxmlformats.org/officeDocument/2006/relationships/image" Target="../media/image127.png"/><Relationship Id="rId58" Type="http://schemas.openxmlformats.org/officeDocument/2006/relationships/image" Target="../media/image132.png"/><Relationship Id="rId5" Type="http://schemas.openxmlformats.org/officeDocument/2006/relationships/image" Target="../media/image79.png"/><Relationship Id="rId61" Type="http://schemas.openxmlformats.org/officeDocument/2006/relationships/image" Target="../media/image135.png"/><Relationship Id="rId19" Type="http://schemas.openxmlformats.org/officeDocument/2006/relationships/image" Target="../media/image9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Relationship Id="rId27" Type="http://schemas.openxmlformats.org/officeDocument/2006/relationships/image" Target="../media/image101.png"/><Relationship Id="rId30" Type="http://schemas.openxmlformats.org/officeDocument/2006/relationships/image" Target="../media/image104.png"/><Relationship Id="rId35" Type="http://schemas.openxmlformats.org/officeDocument/2006/relationships/image" Target="../media/image109.png"/><Relationship Id="rId43" Type="http://schemas.openxmlformats.org/officeDocument/2006/relationships/image" Target="../media/image117.png"/><Relationship Id="rId48" Type="http://schemas.openxmlformats.org/officeDocument/2006/relationships/image" Target="../media/image122.png"/><Relationship Id="rId56" Type="http://schemas.openxmlformats.org/officeDocument/2006/relationships/image" Target="../media/image130.png"/><Relationship Id="rId8" Type="http://schemas.openxmlformats.org/officeDocument/2006/relationships/image" Target="../media/image82.png"/><Relationship Id="rId51" Type="http://schemas.openxmlformats.org/officeDocument/2006/relationships/image" Target="../media/image125.png"/><Relationship Id="rId3" Type="http://schemas.openxmlformats.org/officeDocument/2006/relationships/image" Target="../media/image2000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9.png"/><Relationship Id="rId33" Type="http://schemas.openxmlformats.org/officeDocument/2006/relationships/image" Target="../media/image107.png"/><Relationship Id="rId38" Type="http://schemas.openxmlformats.org/officeDocument/2006/relationships/image" Target="../media/image112.png"/><Relationship Id="rId46" Type="http://schemas.openxmlformats.org/officeDocument/2006/relationships/image" Target="../media/image120.png"/><Relationship Id="rId59" Type="http://schemas.openxmlformats.org/officeDocument/2006/relationships/image" Target="../media/image133.png"/><Relationship Id="rId20" Type="http://schemas.openxmlformats.org/officeDocument/2006/relationships/image" Target="../media/image94.png"/><Relationship Id="rId41" Type="http://schemas.openxmlformats.org/officeDocument/2006/relationships/image" Target="../media/image115.png"/><Relationship Id="rId54" Type="http://schemas.openxmlformats.org/officeDocument/2006/relationships/image" Target="../media/image12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0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28" Type="http://schemas.openxmlformats.org/officeDocument/2006/relationships/image" Target="../media/image102.png"/><Relationship Id="rId36" Type="http://schemas.openxmlformats.org/officeDocument/2006/relationships/image" Target="../media/image110.png"/><Relationship Id="rId49" Type="http://schemas.openxmlformats.org/officeDocument/2006/relationships/image" Target="../media/image123.png"/><Relationship Id="rId57" Type="http://schemas.openxmlformats.org/officeDocument/2006/relationships/image" Target="../media/image131.png"/><Relationship Id="rId10" Type="http://schemas.openxmlformats.org/officeDocument/2006/relationships/image" Target="../media/image84.png"/><Relationship Id="rId31" Type="http://schemas.openxmlformats.org/officeDocument/2006/relationships/image" Target="../media/image105.png"/><Relationship Id="rId44" Type="http://schemas.openxmlformats.org/officeDocument/2006/relationships/image" Target="../media/image118.png"/><Relationship Id="rId52" Type="http://schemas.openxmlformats.org/officeDocument/2006/relationships/image" Target="../media/image126.png"/><Relationship Id="rId60" Type="http://schemas.openxmlformats.org/officeDocument/2006/relationships/image" Target="../media/image13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1.png"/><Relationship Id="rId18" Type="http://schemas.openxmlformats.org/officeDocument/2006/relationships/image" Target="../media/image216.png"/><Relationship Id="rId26" Type="http://schemas.openxmlformats.org/officeDocument/2006/relationships/image" Target="../media/image224.png"/><Relationship Id="rId39" Type="http://schemas.openxmlformats.org/officeDocument/2006/relationships/image" Target="../media/image237.png"/><Relationship Id="rId21" Type="http://schemas.openxmlformats.org/officeDocument/2006/relationships/image" Target="../media/image219.png"/><Relationship Id="rId34" Type="http://schemas.openxmlformats.org/officeDocument/2006/relationships/image" Target="../media/image232.png"/><Relationship Id="rId42" Type="http://schemas.openxmlformats.org/officeDocument/2006/relationships/image" Target="../media/image240.png"/><Relationship Id="rId47" Type="http://schemas.openxmlformats.org/officeDocument/2006/relationships/image" Target="../media/image245.png"/><Relationship Id="rId7" Type="http://schemas.openxmlformats.org/officeDocument/2006/relationships/image" Target="../media/image205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14.png"/><Relationship Id="rId29" Type="http://schemas.openxmlformats.org/officeDocument/2006/relationships/image" Target="../media/image2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24" Type="http://schemas.openxmlformats.org/officeDocument/2006/relationships/image" Target="../media/image222.png"/><Relationship Id="rId32" Type="http://schemas.openxmlformats.org/officeDocument/2006/relationships/image" Target="../media/image230.png"/><Relationship Id="rId37" Type="http://schemas.openxmlformats.org/officeDocument/2006/relationships/image" Target="../media/image235.png"/><Relationship Id="rId40" Type="http://schemas.openxmlformats.org/officeDocument/2006/relationships/image" Target="../media/image238.png"/><Relationship Id="rId45" Type="http://schemas.openxmlformats.org/officeDocument/2006/relationships/image" Target="../media/image243.png"/><Relationship Id="rId5" Type="http://schemas.openxmlformats.org/officeDocument/2006/relationships/image" Target="../media/image2030.png"/><Relationship Id="rId15" Type="http://schemas.openxmlformats.org/officeDocument/2006/relationships/image" Target="../media/image213.png"/><Relationship Id="rId23" Type="http://schemas.openxmlformats.org/officeDocument/2006/relationships/image" Target="../media/image221.png"/><Relationship Id="rId28" Type="http://schemas.openxmlformats.org/officeDocument/2006/relationships/image" Target="../media/image226.png"/><Relationship Id="rId36" Type="http://schemas.openxmlformats.org/officeDocument/2006/relationships/image" Target="../media/image234.png"/><Relationship Id="rId10" Type="http://schemas.openxmlformats.org/officeDocument/2006/relationships/image" Target="../media/image208.png"/><Relationship Id="rId19" Type="http://schemas.openxmlformats.org/officeDocument/2006/relationships/image" Target="../media/image217.png"/><Relationship Id="rId31" Type="http://schemas.openxmlformats.org/officeDocument/2006/relationships/image" Target="../media/image229.png"/><Relationship Id="rId44" Type="http://schemas.openxmlformats.org/officeDocument/2006/relationships/image" Target="../media/image242.png"/><Relationship Id="rId4" Type="http://schemas.openxmlformats.org/officeDocument/2006/relationships/image" Target="../media/image2020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Relationship Id="rId22" Type="http://schemas.openxmlformats.org/officeDocument/2006/relationships/image" Target="../media/image220.png"/><Relationship Id="rId27" Type="http://schemas.openxmlformats.org/officeDocument/2006/relationships/image" Target="../media/image225.png"/><Relationship Id="rId30" Type="http://schemas.openxmlformats.org/officeDocument/2006/relationships/image" Target="../media/image228.png"/><Relationship Id="rId35" Type="http://schemas.openxmlformats.org/officeDocument/2006/relationships/image" Target="../media/image233.png"/><Relationship Id="rId43" Type="http://schemas.openxmlformats.org/officeDocument/2006/relationships/image" Target="../media/image241.png"/><Relationship Id="rId48" Type="http://schemas.openxmlformats.org/officeDocument/2006/relationships/image" Target="../media/image246.png"/><Relationship Id="rId8" Type="http://schemas.openxmlformats.org/officeDocument/2006/relationships/image" Target="../media/image206.png"/><Relationship Id="rId3" Type="http://schemas.openxmlformats.org/officeDocument/2006/relationships/image" Target="../media/image2011.pn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5" Type="http://schemas.openxmlformats.org/officeDocument/2006/relationships/image" Target="../media/image223.png"/><Relationship Id="rId33" Type="http://schemas.openxmlformats.org/officeDocument/2006/relationships/image" Target="../media/image231.png"/><Relationship Id="rId38" Type="http://schemas.openxmlformats.org/officeDocument/2006/relationships/image" Target="../media/image236.png"/><Relationship Id="rId46" Type="http://schemas.openxmlformats.org/officeDocument/2006/relationships/image" Target="../media/image244.png"/><Relationship Id="rId20" Type="http://schemas.openxmlformats.org/officeDocument/2006/relationships/image" Target="../media/image218.png"/><Relationship Id="rId41" Type="http://schemas.openxmlformats.org/officeDocument/2006/relationships/image" Target="../media/image2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3" Type="http://schemas.openxmlformats.org/officeDocument/2006/relationships/image" Target="../media/image248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5" Type="http://schemas.openxmlformats.org/officeDocument/2006/relationships/image" Target="../media/image250.png"/><Relationship Id="rId10" Type="http://schemas.openxmlformats.org/officeDocument/2006/relationships/image" Target="../media/image255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258.png"/><Relationship Id="rId3" Type="http://schemas.openxmlformats.org/officeDocument/2006/relationships/image" Target="../media/image248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2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5" Type="http://schemas.openxmlformats.org/officeDocument/2006/relationships/image" Target="../media/image250.png"/><Relationship Id="rId15" Type="http://schemas.openxmlformats.org/officeDocument/2006/relationships/image" Target="../media/image260.png"/><Relationship Id="rId10" Type="http://schemas.openxmlformats.org/officeDocument/2006/relationships/image" Target="../media/image255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Relationship Id="rId14" Type="http://schemas.openxmlformats.org/officeDocument/2006/relationships/image" Target="../media/image25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267.png"/><Relationship Id="rId3" Type="http://schemas.openxmlformats.org/officeDocument/2006/relationships/image" Target="../media/image2310.png"/><Relationship Id="rId7" Type="http://schemas.openxmlformats.org/officeDocument/2006/relationships/image" Target="../media/image272.png"/><Relationship Id="rId12" Type="http://schemas.openxmlformats.org/officeDocument/2006/relationships/image" Target="../media/image266.png"/><Relationship Id="rId17" Type="http://schemas.openxmlformats.org/officeDocument/2006/relationships/image" Target="../media/image271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2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3.png"/><Relationship Id="rId11" Type="http://schemas.openxmlformats.org/officeDocument/2006/relationships/image" Target="../media/image265.png"/><Relationship Id="rId5" Type="http://schemas.openxmlformats.org/officeDocument/2006/relationships/image" Target="../media/image2510.png"/><Relationship Id="rId15" Type="http://schemas.openxmlformats.org/officeDocument/2006/relationships/image" Target="../media/image269.png"/><Relationship Id="rId10" Type="http://schemas.openxmlformats.org/officeDocument/2006/relationships/image" Target="../media/image264.png"/><Relationship Id="rId4" Type="http://schemas.openxmlformats.org/officeDocument/2006/relationships/image" Target="../media/image2410.png"/><Relationship Id="rId9" Type="http://schemas.openxmlformats.org/officeDocument/2006/relationships/image" Target="../media/image2630.png"/><Relationship Id="rId14" Type="http://schemas.openxmlformats.org/officeDocument/2006/relationships/image" Target="../media/image2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Recap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9" name="Google Shape;2239;p4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/>
                  <a:t>Reducing a problem to another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Mapping reducibility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Proving (un)decidability of new problems: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600" dirty="0"/>
                  <a:t>ALL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600" dirty="0"/>
                  <a:t>ANY</a:t>
                </a:r>
              </a:p>
              <a:p>
                <a:pPr>
                  <a:lnSpc>
                    <a:spcPct val="150000"/>
                  </a:lnSpc>
                </a:pPr>
                <a:r>
                  <a:rPr lang="en" sz="1800" dirty="0"/>
                  <a:t>Complement of a problem</a:t>
                </a:r>
              </a:p>
              <a:p>
                <a:pPr>
                  <a:lnSpc>
                    <a:spcPct val="150000"/>
                  </a:lnSpc>
                </a:pPr>
                <a:r>
                  <a:rPr lang="en" sz="1800" dirty="0"/>
                  <a:t>coRE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ALL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𝑅𝐸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𝑐𝑜𝑅𝐸</m:t>
                    </m:r>
                  </m:oMath>
                </a14:m>
                <a:endParaRPr lang="en" sz="1800" dirty="0"/>
              </a:p>
            </p:txBody>
          </p:sp>
        </mc:Choice>
        <mc:Fallback xmlns="">
          <p:sp>
            <p:nvSpPr>
              <p:cNvPr id="2239" name="Google Shape;2239;p4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28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86232E-B9CF-5D3A-964E-79D22F5E8B2A}"/>
              </a:ext>
            </a:extLst>
          </p:cNvPr>
          <p:cNvCxnSpPr>
            <a:cxnSpLocks/>
          </p:cNvCxnSpPr>
          <p:nvPr/>
        </p:nvCxnSpPr>
        <p:spPr>
          <a:xfrm>
            <a:off x="1066558" y="4041361"/>
            <a:ext cx="363460" cy="6485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Undecidability</a:t>
            </a:r>
            <a:br>
              <a:rPr lang="en-US" dirty="0"/>
            </a:br>
            <a:r>
              <a:rPr lang="en-US" dirty="0"/>
              <a:t>Results</a:t>
            </a:r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080750" y="3623440"/>
            <a:ext cx="2034524" cy="3716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Analiza</a:t>
            </a:r>
            <a:r>
              <a:rPr lang="en-US" sz="1200" dirty="0"/>
              <a:t> </a:t>
            </a:r>
            <a:r>
              <a:rPr lang="en-US" sz="1200" dirty="0" err="1"/>
              <a:t>Algoritmilor</a:t>
            </a:r>
            <a:endParaRPr sz="12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721125" y="4336700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2210779" y="313057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9" name="Google Shape;2239;p4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/>
                  <a:t>Rice’s theorem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600" dirty="0"/>
                  <a:t>Statement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800" dirty="0"/>
                  <a:t>Interpretation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800" dirty="0"/>
                  <a:t>Proof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Post’s Correspondence Problem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HALT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PCP</m:t>
                    </m:r>
                  </m:oMath>
                </a14:m>
                <a:endParaRPr lang="en-US" sz="1800" dirty="0"/>
              </a:p>
              <a:p>
                <a:pPr>
                  <a:lnSpc>
                    <a:spcPct val="150000"/>
                  </a:lnSpc>
                </a:pPr>
                <a:endParaRPr lang="en" sz="1800" dirty="0"/>
              </a:p>
            </p:txBody>
          </p:sp>
        </mc:Choice>
        <mc:Fallback xmlns="">
          <p:sp>
            <p:nvSpPr>
              <p:cNvPr id="2239" name="Google Shape;2239;p4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42"/>
          <p:cNvSpPr txBox="1">
            <a:spLocks noGrp="1"/>
          </p:cNvSpPr>
          <p:nvPr>
            <p:ph type="title"/>
          </p:nvPr>
        </p:nvSpPr>
        <p:spPr>
          <a:xfrm>
            <a:off x="1694265" y="2135851"/>
            <a:ext cx="5775158" cy="27810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/>
              <a:t>Rice’s Theorem</a:t>
            </a:r>
            <a:endParaRPr sz="6600" dirty="0"/>
          </a:p>
        </p:txBody>
      </p:sp>
      <p:sp>
        <p:nvSpPr>
          <p:cNvPr id="2246" name="Google Shape;2246;p42"/>
          <p:cNvSpPr/>
          <p:nvPr/>
        </p:nvSpPr>
        <p:spPr>
          <a:xfrm>
            <a:off x="3801900" y="518775"/>
            <a:ext cx="1540213" cy="1540069"/>
          </a:xfrm>
          <a:custGeom>
            <a:avLst/>
            <a:gdLst/>
            <a:ahLst/>
            <a:cxnLst/>
            <a:rect l="l" t="t" r="r" b="b"/>
            <a:pathLst>
              <a:path w="43110" h="43109" extrusionOk="0">
                <a:moveTo>
                  <a:pt x="1" y="0"/>
                </a:moveTo>
                <a:lnTo>
                  <a:pt x="1" y="43108"/>
                </a:lnTo>
                <a:lnTo>
                  <a:pt x="43109" y="43108"/>
                </a:lnTo>
                <a:lnTo>
                  <a:pt x="43109" y="0"/>
                </a:lnTo>
                <a:close/>
              </a:path>
            </a:pathLst>
          </a:custGeom>
          <a:solidFill>
            <a:srgbClr val="0F32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7" name="Google Shape;2247;p42"/>
          <p:cNvSpPr/>
          <p:nvPr/>
        </p:nvSpPr>
        <p:spPr>
          <a:xfrm>
            <a:off x="4063563" y="1124170"/>
            <a:ext cx="1036562" cy="500829"/>
          </a:xfrm>
          <a:custGeom>
            <a:avLst/>
            <a:gdLst/>
            <a:ahLst/>
            <a:cxnLst/>
            <a:rect l="l" t="t" r="r" b="b"/>
            <a:pathLst>
              <a:path w="29013" h="14019" extrusionOk="0">
                <a:moveTo>
                  <a:pt x="0" y="1"/>
                </a:moveTo>
                <a:lnTo>
                  <a:pt x="0" y="704"/>
                </a:lnTo>
                <a:lnTo>
                  <a:pt x="78" y="1446"/>
                </a:lnTo>
                <a:lnTo>
                  <a:pt x="156" y="2148"/>
                </a:lnTo>
                <a:lnTo>
                  <a:pt x="274" y="2812"/>
                </a:lnTo>
                <a:lnTo>
                  <a:pt x="430" y="3515"/>
                </a:lnTo>
                <a:lnTo>
                  <a:pt x="625" y="4179"/>
                </a:lnTo>
                <a:lnTo>
                  <a:pt x="859" y="4804"/>
                </a:lnTo>
                <a:lnTo>
                  <a:pt x="1133" y="5467"/>
                </a:lnTo>
                <a:lnTo>
                  <a:pt x="1406" y="6092"/>
                </a:lnTo>
                <a:lnTo>
                  <a:pt x="1757" y="6678"/>
                </a:lnTo>
                <a:lnTo>
                  <a:pt x="2109" y="7264"/>
                </a:lnTo>
                <a:lnTo>
                  <a:pt x="2460" y="7849"/>
                </a:lnTo>
                <a:lnTo>
                  <a:pt x="2890" y="8396"/>
                </a:lnTo>
                <a:lnTo>
                  <a:pt x="3319" y="8904"/>
                </a:lnTo>
                <a:lnTo>
                  <a:pt x="3749" y="9411"/>
                </a:lnTo>
                <a:lnTo>
                  <a:pt x="4256" y="9919"/>
                </a:lnTo>
                <a:lnTo>
                  <a:pt x="4725" y="10387"/>
                </a:lnTo>
                <a:lnTo>
                  <a:pt x="5272" y="10817"/>
                </a:lnTo>
                <a:lnTo>
                  <a:pt x="5818" y="11246"/>
                </a:lnTo>
                <a:lnTo>
                  <a:pt x="6404" y="11637"/>
                </a:lnTo>
                <a:lnTo>
                  <a:pt x="6990" y="11988"/>
                </a:lnTo>
                <a:lnTo>
                  <a:pt x="7575" y="12340"/>
                </a:lnTo>
                <a:lnTo>
                  <a:pt x="8200" y="12613"/>
                </a:lnTo>
                <a:lnTo>
                  <a:pt x="8864" y="12926"/>
                </a:lnTo>
                <a:lnTo>
                  <a:pt x="9528" y="13160"/>
                </a:lnTo>
                <a:lnTo>
                  <a:pt x="10192" y="13394"/>
                </a:lnTo>
                <a:lnTo>
                  <a:pt x="10894" y="13589"/>
                </a:lnTo>
                <a:lnTo>
                  <a:pt x="11558" y="13745"/>
                </a:lnTo>
                <a:lnTo>
                  <a:pt x="12300" y="13863"/>
                </a:lnTo>
                <a:lnTo>
                  <a:pt x="13003" y="13941"/>
                </a:lnTo>
                <a:lnTo>
                  <a:pt x="13745" y="13980"/>
                </a:lnTo>
                <a:lnTo>
                  <a:pt x="14487" y="14019"/>
                </a:lnTo>
                <a:lnTo>
                  <a:pt x="15268" y="13980"/>
                </a:lnTo>
                <a:lnTo>
                  <a:pt x="15971" y="13941"/>
                </a:lnTo>
                <a:lnTo>
                  <a:pt x="16713" y="13863"/>
                </a:lnTo>
                <a:lnTo>
                  <a:pt x="17415" y="13745"/>
                </a:lnTo>
                <a:lnTo>
                  <a:pt x="18118" y="13589"/>
                </a:lnTo>
                <a:lnTo>
                  <a:pt x="18821" y="13394"/>
                </a:lnTo>
                <a:lnTo>
                  <a:pt x="19485" y="13160"/>
                </a:lnTo>
                <a:lnTo>
                  <a:pt x="20149" y="12926"/>
                </a:lnTo>
                <a:lnTo>
                  <a:pt x="20813" y="12613"/>
                </a:lnTo>
                <a:lnTo>
                  <a:pt x="21437" y="12340"/>
                </a:lnTo>
                <a:lnTo>
                  <a:pt x="22023" y="11988"/>
                </a:lnTo>
                <a:lnTo>
                  <a:pt x="22609" y="11637"/>
                </a:lnTo>
                <a:lnTo>
                  <a:pt x="23194" y="11246"/>
                </a:lnTo>
                <a:lnTo>
                  <a:pt x="23741" y="10817"/>
                </a:lnTo>
                <a:lnTo>
                  <a:pt x="24249" y="10387"/>
                </a:lnTo>
                <a:lnTo>
                  <a:pt x="24756" y="9919"/>
                </a:lnTo>
                <a:lnTo>
                  <a:pt x="25264" y="9411"/>
                </a:lnTo>
                <a:lnTo>
                  <a:pt x="25694" y="8904"/>
                </a:lnTo>
                <a:lnTo>
                  <a:pt x="26123" y="8396"/>
                </a:lnTo>
                <a:lnTo>
                  <a:pt x="26553" y="7849"/>
                </a:lnTo>
                <a:lnTo>
                  <a:pt x="26904" y="7264"/>
                </a:lnTo>
                <a:lnTo>
                  <a:pt x="27255" y="6678"/>
                </a:lnTo>
                <a:lnTo>
                  <a:pt x="27568" y="6092"/>
                </a:lnTo>
                <a:lnTo>
                  <a:pt x="27880" y="5467"/>
                </a:lnTo>
                <a:lnTo>
                  <a:pt x="28154" y="4804"/>
                </a:lnTo>
                <a:lnTo>
                  <a:pt x="28349" y="4179"/>
                </a:lnTo>
                <a:lnTo>
                  <a:pt x="28544" y="3515"/>
                </a:lnTo>
                <a:lnTo>
                  <a:pt x="28739" y="2812"/>
                </a:lnTo>
                <a:lnTo>
                  <a:pt x="28856" y="2148"/>
                </a:lnTo>
                <a:lnTo>
                  <a:pt x="28934" y="1446"/>
                </a:lnTo>
                <a:lnTo>
                  <a:pt x="29013" y="704"/>
                </a:lnTo>
                <a:lnTo>
                  <a:pt x="2901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972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5"/>
          <p:cNvSpPr txBox="1">
            <a:spLocks noGrp="1"/>
          </p:cNvSpPr>
          <p:nvPr>
            <p:ph type="subTitle" idx="1"/>
          </p:nvPr>
        </p:nvSpPr>
        <p:spPr>
          <a:xfrm>
            <a:off x="1250462" y="1266092"/>
            <a:ext cx="6237060" cy="27510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i="1" dirty="0"/>
              <a:t>“</a:t>
            </a:r>
            <a:r>
              <a:rPr lang="en-US" sz="4800" i="1" dirty="0"/>
              <a:t>Any non-trivial property of acceptable problems is undecidable</a:t>
            </a:r>
            <a:r>
              <a:rPr lang="en" sz="4800" i="1" dirty="0"/>
              <a:t>”</a:t>
            </a:r>
            <a:endParaRPr sz="48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“… property of acceptable problems…”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F71238-6D6D-D594-B8C1-01F2411F6080}"/>
              </a:ext>
            </a:extLst>
          </p:cNvPr>
          <p:cNvSpPr>
            <a:spLocks noChangeAspect="1"/>
          </p:cNvSpPr>
          <p:nvPr/>
        </p:nvSpPr>
        <p:spPr>
          <a:xfrm>
            <a:off x="1231014" y="1765361"/>
            <a:ext cx="2542504" cy="254250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F771C-0AC3-CB30-A873-02FD0CFC0054}"/>
              </a:ext>
            </a:extLst>
          </p:cNvPr>
          <p:cNvSpPr txBox="1">
            <a:spLocks noChangeAspect="1"/>
          </p:cNvSpPr>
          <p:nvPr/>
        </p:nvSpPr>
        <p:spPr>
          <a:xfrm>
            <a:off x="1995052" y="2651892"/>
            <a:ext cx="1435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385FAA-1845-BE89-EEC5-1E0880A686EA}"/>
              </a:ext>
            </a:extLst>
          </p:cNvPr>
          <p:cNvSpPr/>
          <p:nvPr/>
        </p:nvSpPr>
        <p:spPr>
          <a:xfrm>
            <a:off x="2356057" y="3282438"/>
            <a:ext cx="931178" cy="8865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045609-2D84-961E-0BE3-735B6D8BB36A}"/>
              </a:ext>
            </a:extLst>
          </p:cNvPr>
          <p:cNvSpPr txBox="1"/>
          <p:nvPr/>
        </p:nvSpPr>
        <p:spPr>
          <a:xfrm>
            <a:off x="3858936" y="1484851"/>
            <a:ext cx="4907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Property P: </a:t>
            </a:r>
            <a:r>
              <a:rPr lang="en-US" sz="1600" dirty="0"/>
              <a:t>having a finite number of TRUE inputs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8B5CCA-216D-C93F-8E52-A1CDD32704BE}"/>
                  </a:ext>
                </a:extLst>
              </p:cNvPr>
              <p:cNvSpPr txBox="1"/>
              <p:nvPr/>
            </p:nvSpPr>
            <p:spPr>
              <a:xfrm>
                <a:off x="4271395" y="2250957"/>
                <a:ext cx="3782035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𝑇𝑅𝑈𝐸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≤8       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𝐹𝐴𝐿𝑆𝐸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8B5CCA-216D-C93F-8E52-A1CDD3270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395" y="2250957"/>
                <a:ext cx="3782035" cy="6415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85349-499B-5D5E-B2F6-5DA910515E7A}"/>
                  </a:ext>
                </a:extLst>
              </p:cNvPr>
              <p:cNvSpPr txBox="1"/>
              <p:nvPr/>
            </p:nvSpPr>
            <p:spPr>
              <a:xfrm>
                <a:off x="4271394" y="3100540"/>
                <a:ext cx="3782035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𝑇𝑅𝑈𝐸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=10101 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𝐹𝐴𝐿𝑆𝐸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85349-499B-5D5E-B2F6-5DA910515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394" y="3100540"/>
                <a:ext cx="3782035" cy="6415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CE4A69-D3C5-A011-C703-D786755F9E99}"/>
                  </a:ext>
                </a:extLst>
              </p:cNvPr>
              <p:cNvSpPr txBox="1"/>
              <p:nvPr/>
            </p:nvSpPr>
            <p:spPr>
              <a:xfrm>
                <a:off x="4271394" y="4056889"/>
                <a:ext cx="3782035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i="1" smtClean="0"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𝑇𝑅𝑈𝐸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𝑒𝑛𝑑𝑠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𝐹𝐴𝐿𝑆𝐸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CE4A69-D3C5-A011-C703-D786755F9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394" y="4056889"/>
                <a:ext cx="3782035" cy="6415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2841E38D-D84F-355F-2D8E-92E007BF6B92}"/>
              </a:ext>
            </a:extLst>
          </p:cNvPr>
          <p:cNvSpPr/>
          <p:nvPr/>
        </p:nvSpPr>
        <p:spPr>
          <a:xfrm>
            <a:off x="2429692" y="3500661"/>
            <a:ext cx="283221" cy="25033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75FAE-4E3F-3D4B-B509-79467E707A49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883261" y="3611896"/>
            <a:ext cx="688041" cy="992065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813677B-375B-DE97-1768-4A289A9B87ED}"/>
              </a:ext>
            </a:extLst>
          </p:cNvPr>
          <p:cNvSpPr txBox="1"/>
          <p:nvPr/>
        </p:nvSpPr>
        <p:spPr>
          <a:xfrm>
            <a:off x="1628009" y="4603961"/>
            <a:ext cx="510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Lucida Sans" panose="020B0602030504020204" pitchFamily="34" charset="0"/>
              </a:rPr>
              <a:t>g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6125E57F-83BC-2B32-E71B-500F8A39BD7C}"/>
              </a:ext>
            </a:extLst>
          </p:cNvPr>
          <p:cNvSpPr/>
          <p:nvPr/>
        </p:nvSpPr>
        <p:spPr>
          <a:xfrm>
            <a:off x="2935658" y="3778613"/>
            <a:ext cx="283221" cy="25033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B15E0F7-DD94-3F9B-767E-1F154802388C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3118000" y="3897795"/>
            <a:ext cx="498122" cy="640506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8B6CA9-26AD-BB6B-92B4-AEE5C44B0120}"/>
              </a:ext>
            </a:extLst>
          </p:cNvPr>
          <p:cNvSpPr txBox="1"/>
          <p:nvPr/>
        </p:nvSpPr>
        <p:spPr>
          <a:xfrm>
            <a:off x="3360870" y="4538301"/>
            <a:ext cx="510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Lucida Sans" panose="020B0602030504020204" pitchFamily="34" charset="0"/>
              </a:rPr>
              <a:t>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3705F3-F820-4666-535B-CB7A97E31863}"/>
              </a:ext>
            </a:extLst>
          </p:cNvPr>
          <p:cNvSpPr txBox="1"/>
          <p:nvPr/>
        </p:nvSpPr>
        <p:spPr>
          <a:xfrm>
            <a:off x="377506" y="1392518"/>
            <a:ext cx="355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k</a:t>
            </a:r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CA589838-C221-4C35-675B-04DBE670266A}"/>
              </a:ext>
            </a:extLst>
          </p:cNvPr>
          <p:cNvSpPr/>
          <p:nvPr/>
        </p:nvSpPr>
        <p:spPr>
          <a:xfrm>
            <a:off x="1600040" y="2715295"/>
            <a:ext cx="283221" cy="250333"/>
          </a:xfrm>
          <a:prstGeom prst="mathMultiply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1A7928-075D-F4F5-293D-79AD509329C0}"/>
              </a:ext>
            </a:extLst>
          </p:cNvPr>
          <p:cNvCxnSpPr>
            <a:cxnSpLocks/>
            <a:endCxn id="23" idx="2"/>
          </p:cNvCxnSpPr>
          <p:nvPr/>
        </p:nvCxnSpPr>
        <p:spPr>
          <a:xfrm flipH="1" flipV="1">
            <a:off x="555322" y="1792628"/>
            <a:ext cx="1198770" cy="104783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93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8" grpId="0" animBg="1"/>
      <p:bldP spid="9" grpId="0"/>
      <p:bldP spid="10" grpId="0"/>
      <p:bldP spid="11" grpId="0"/>
      <p:bldP spid="12" grpId="0"/>
      <p:bldP spid="13" grpId="0" animBg="1"/>
      <p:bldP spid="15" grpId="0"/>
      <p:bldP spid="19" grpId="0" animBg="1"/>
      <p:bldP spid="21" grpId="0"/>
      <p:bldP spid="23" grpId="0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“… non-trivial property…”</a:t>
            </a:r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0DCB637-C0DA-9B0F-8427-C3602AF2D95A}"/>
              </a:ext>
            </a:extLst>
          </p:cNvPr>
          <p:cNvSpPr>
            <a:spLocks noChangeAspect="1"/>
          </p:cNvSpPr>
          <p:nvPr/>
        </p:nvSpPr>
        <p:spPr>
          <a:xfrm>
            <a:off x="5159361" y="1649313"/>
            <a:ext cx="2542504" cy="254250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03910-4640-55EE-780E-1EF1E14DF5FE}"/>
              </a:ext>
            </a:extLst>
          </p:cNvPr>
          <p:cNvSpPr txBox="1">
            <a:spLocks noChangeAspect="1"/>
          </p:cNvSpPr>
          <p:nvPr/>
        </p:nvSpPr>
        <p:spPr>
          <a:xfrm>
            <a:off x="5923399" y="2535844"/>
            <a:ext cx="1435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</a:rPr>
              <a:t>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CA64A92-F13E-6817-187B-3B9A72A8C161}"/>
              </a:ext>
            </a:extLst>
          </p:cNvPr>
          <p:cNvSpPr>
            <a:spLocks noChangeAspect="1"/>
          </p:cNvSpPr>
          <p:nvPr/>
        </p:nvSpPr>
        <p:spPr>
          <a:xfrm>
            <a:off x="1442137" y="1649313"/>
            <a:ext cx="2542504" cy="254250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07C13-9135-7C79-8F31-E9E330F425EE}"/>
              </a:ext>
            </a:extLst>
          </p:cNvPr>
          <p:cNvSpPr txBox="1">
            <a:spLocks noChangeAspect="1"/>
          </p:cNvSpPr>
          <p:nvPr/>
        </p:nvSpPr>
        <p:spPr>
          <a:xfrm>
            <a:off x="2206175" y="2535844"/>
            <a:ext cx="1435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F2536A-7BBE-C1AE-A49A-9E907403A1A1}"/>
                  </a:ext>
                </a:extLst>
              </p:cNvPr>
              <p:cNvSpPr txBox="1"/>
              <p:nvPr/>
            </p:nvSpPr>
            <p:spPr>
              <a:xfrm>
                <a:off x="2340529" y="4303552"/>
                <a:ext cx="7382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F2536A-7BBE-C1AE-A49A-9E907403A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529" y="4303552"/>
                <a:ext cx="73823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FA6A34-749F-D3FD-6E8F-8F5697000A6E}"/>
                  </a:ext>
                </a:extLst>
              </p:cNvPr>
              <p:cNvSpPr txBox="1"/>
              <p:nvPr/>
            </p:nvSpPr>
            <p:spPr>
              <a:xfrm>
                <a:off x="6061497" y="4303552"/>
                <a:ext cx="7382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𝑅𝐸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FA6A34-749F-D3FD-6E8F-8F5697000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497" y="4303552"/>
                <a:ext cx="73823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63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“… property […] </a:t>
            </a:r>
            <a:r>
              <a:rPr lang="en-US" dirty="0"/>
              <a:t>is undecidable</a:t>
            </a:r>
            <a:r>
              <a:rPr lang="en" dirty="0"/>
              <a:t>…”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BAF92B-477E-5847-D796-988AD832704B}"/>
                  </a:ext>
                </a:extLst>
              </p:cNvPr>
              <p:cNvSpPr txBox="1"/>
              <p:nvPr/>
            </p:nvSpPr>
            <p:spPr>
              <a:xfrm>
                <a:off x="4641965" y="1444568"/>
                <a:ext cx="3782035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dirty="0"/>
                  <a:t>hasP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𝑇𝑅𝑈𝐸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𝐹𝐴𝐿𝑆𝐸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BAF92B-477E-5847-D796-988AD8327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965" y="1444568"/>
                <a:ext cx="3782035" cy="641586"/>
              </a:xfrm>
              <a:prstGeom prst="rect">
                <a:avLst/>
              </a:prstGeom>
              <a:blipFill>
                <a:blip r:embed="rId3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90065329-928A-5981-1831-AC75AEB0D7F9}"/>
              </a:ext>
            </a:extLst>
          </p:cNvPr>
          <p:cNvSpPr>
            <a:spLocks noChangeAspect="1"/>
          </p:cNvSpPr>
          <p:nvPr/>
        </p:nvSpPr>
        <p:spPr>
          <a:xfrm>
            <a:off x="1231014" y="1765361"/>
            <a:ext cx="2542504" cy="254250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6D2B4-082C-6420-7F89-589686BE8897}"/>
              </a:ext>
            </a:extLst>
          </p:cNvPr>
          <p:cNvSpPr txBox="1">
            <a:spLocks noChangeAspect="1"/>
          </p:cNvSpPr>
          <p:nvPr/>
        </p:nvSpPr>
        <p:spPr>
          <a:xfrm>
            <a:off x="1995052" y="2651892"/>
            <a:ext cx="1435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D17969-E38A-72C3-B71F-1A4C6DC0990C}"/>
              </a:ext>
            </a:extLst>
          </p:cNvPr>
          <p:cNvSpPr/>
          <p:nvPr/>
        </p:nvSpPr>
        <p:spPr>
          <a:xfrm>
            <a:off x="2356057" y="3282438"/>
            <a:ext cx="931178" cy="8865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C1AA33-E49C-74C4-7043-056F63DB6F25}"/>
              </a:ext>
            </a:extLst>
          </p:cNvPr>
          <p:cNvSpPr txBox="1"/>
          <p:nvPr/>
        </p:nvSpPr>
        <p:spPr>
          <a:xfrm>
            <a:off x="4264900" y="2573006"/>
            <a:ext cx="4907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Property P: </a:t>
            </a:r>
            <a:r>
              <a:rPr lang="en-US" sz="1600" dirty="0"/>
              <a:t>having a finite number of TRUE inputs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490EE5-CA2F-2A09-2AC9-2AEFEDC8B4DA}"/>
                  </a:ext>
                </a:extLst>
              </p:cNvPr>
              <p:cNvSpPr txBox="1"/>
              <p:nvPr/>
            </p:nvSpPr>
            <p:spPr>
              <a:xfrm>
                <a:off x="3648241" y="2961645"/>
                <a:ext cx="3782035" cy="572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𝑇𝑅𝑈𝐸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≤8      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𝐹𝐴𝐿𝑆𝐸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490EE5-CA2F-2A09-2AC9-2AEFEDC8B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241" y="2961645"/>
                <a:ext cx="3782035" cy="572914"/>
              </a:xfrm>
              <a:prstGeom prst="rect">
                <a:avLst/>
              </a:prstGeom>
              <a:blipFill>
                <a:blip r:embed="rId4"/>
                <a:stretch>
                  <a:fillRect t="-179787" b="-26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FD04B9-F12D-F387-5F74-433AF8128461}"/>
                  </a:ext>
                </a:extLst>
              </p:cNvPr>
              <p:cNvSpPr txBox="1"/>
              <p:nvPr/>
            </p:nvSpPr>
            <p:spPr>
              <a:xfrm>
                <a:off x="3710880" y="3666279"/>
                <a:ext cx="3782035" cy="572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𝑇𝑅𝑈𝐸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=10101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𝐹𝐴𝐿𝑆𝐸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FD04B9-F12D-F387-5F74-433AF8128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80" y="3666279"/>
                <a:ext cx="3782035" cy="572914"/>
              </a:xfrm>
              <a:prstGeom prst="rect">
                <a:avLst/>
              </a:prstGeom>
              <a:blipFill>
                <a:blip r:embed="rId5"/>
                <a:stretch>
                  <a:fillRect t="-179787" b="-26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DCD2521-8BAD-14FB-30C2-C5853B97AC9B}"/>
                  </a:ext>
                </a:extLst>
              </p:cNvPr>
              <p:cNvSpPr txBox="1"/>
              <p:nvPr/>
            </p:nvSpPr>
            <p:spPr>
              <a:xfrm>
                <a:off x="3773518" y="4370913"/>
                <a:ext cx="3782035" cy="572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𝑇𝑅𝑈𝐸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𝑒𝑛𝑑𝑠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𝐹𝐴𝐿𝑆𝐸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DCD2521-8BAD-14FB-30C2-C5853B97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518" y="4370913"/>
                <a:ext cx="3782035" cy="572914"/>
              </a:xfrm>
              <a:prstGeom prst="rect">
                <a:avLst/>
              </a:prstGeom>
              <a:blipFill>
                <a:blip r:embed="rId6"/>
                <a:stretch>
                  <a:fillRect t="-179787" b="-26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A23A1E-A55B-F0DD-AC80-9C661383DA53}"/>
                  </a:ext>
                </a:extLst>
              </p:cNvPr>
              <p:cNvSpPr txBox="1"/>
              <p:nvPr/>
            </p:nvSpPr>
            <p:spPr>
              <a:xfrm>
                <a:off x="7253548" y="3065193"/>
                <a:ext cx="17784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hasP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𝑇𝑅𝑈𝐸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A23A1E-A55B-F0DD-AC80-9C661383D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548" y="3065193"/>
                <a:ext cx="1778465" cy="307777"/>
              </a:xfrm>
              <a:prstGeom prst="rect">
                <a:avLst/>
              </a:prstGeom>
              <a:blipFill>
                <a:blip r:embed="rId7"/>
                <a:stretch>
                  <a:fillRect l="-102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DF97A8-9989-0F8E-1374-7AF5BB325930}"/>
                  </a:ext>
                </a:extLst>
              </p:cNvPr>
              <p:cNvSpPr txBox="1"/>
              <p:nvPr/>
            </p:nvSpPr>
            <p:spPr>
              <a:xfrm>
                <a:off x="7253547" y="3811864"/>
                <a:ext cx="17784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hasP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𝑇𝑅𝑈𝐸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DF97A8-9989-0F8E-1374-7AF5BB325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547" y="3811864"/>
                <a:ext cx="1778465" cy="307777"/>
              </a:xfrm>
              <a:prstGeom prst="rect">
                <a:avLst/>
              </a:prstGeom>
              <a:blipFill>
                <a:blip r:embed="rId8"/>
                <a:stretch>
                  <a:fillRect l="-1027"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F71D27-128F-8D10-CD1D-CF61F59DEE7E}"/>
                  </a:ext>
                </a:extLst>
              </p:cNvPr>
              <p:cNvSpPr txBox="1"/>
              <p:nvPr/>
            </p:nvSpPr>
            <p:spPr>
              <a:xfrm>
                <a:off x="7253547" y="4503481"/>
                <a:ext cx="19189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hasP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𝐹𝐴𝐿𝑆𝐸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F71D27-128F-8D10-CD1D-CF61F59DE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547" y="4503481"/>
                <a:ext cx="1918912" cy="307777"/>
              </a:xfrm>
              <a:prstGeom prst="rect">
                <a:avLst/>
              </a:prstGeom>
              <a:blipFill>
                <a:blip r:embed="rId9"/>
                <a:stretch>
                  <a:fillRect l="-952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7FA3A2C-D9DF-BD14-F15C-6E5DE3F2FB5D}"/>
                  </a:ext>
                </a:extLst>
              </p:cNvPr>
              <p:cNvSpPr txBox="1"/>
              <p:nvPr/>
            </p:nvSpPr>
            <p:spPr>
              <a:xfrm>
                <a:off x="898396" y="4546177"/>
                <a:ext cx="3207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0" dirty="0">
                    <a:solidFill>
                      <a:schemeClr val="tx1"/>
                    </a:solidFill>
                  </a:rPr>
                  <a:t>hasP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lit/>
                      </m:rP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𝐹𝐴𝐿𝑆𝐸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𝑇𝑅𝑈𝐸</m:t>
                    </m:r>
                    <m:r>
                      <m:rPr>
                        <m:lit/>
                      </m:rP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7FA3A2C-D9DF-BD14-F15C-6E5DE3F2F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96" y="4546177"/>
                <a:ext cx="3207740" cy="369332"/>
              </a:xfrm>
              <a:prstGeom prst="rect">
                <a:avLst/>
              </a:prstGeom>
              <a:blipFill>
                <a:blip r:embed="rId10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0FFE1F-D18C-FB7B-BC9A-567669AEC915}"/>
                  </a:ext>
                </a:extLst>
              </p:cNvPr>
              <p:cNvSpPr txBox="1"/>
              <p:nvPr/>
            </p:nvSpPr>
            <p:spPr>
              <a:xfrm>
                <a:off x="5188968" y="1590365"/>
                <a:ext cx="3058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0FFE1F-D18C-FB7B-BC9A-567669AEC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968" y="1590365"/>
                <a:ext cx="305822" cy="338554"/>
              </a:xfrm>
              <a:prstGeom prst="rect">
                <a:avLst/>
              </a:prstGeom>
              <a:blipFill>
                <a:blip r:embed="rId11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9A7227-7AE3-1960-A245-8C8EAD2CB6E3}"/>
                  </a:ext>
                </a:extLst>
              </p:cNvPr>
              <p:cNvSpPr txBox="1"/>
              <p:nvPr/>
            </p:nvSpPr>
            <p:spPr>
              <a:xfrm>
                <a:off x="1682086" y="4543796"/>
                <a:ext cx="3058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9A7227-7AE3-1960-A245-8C8EAD2CB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086" y="4543796"/>
                <a:ext cx="305822" cy="369332"/>
              </a:xfrm>
              <a:prstGeom prst="rect">
                <a:avLst/>
              </a:prstGeom>
              <a:blipFill>
                <a:blip r:embed="rId12"/>
                <a:stretch>
                  <a:fillRect r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9E1C8A-3F3C-F4AB-9393-2460ACCD7C5E}"/>
                  </a:ext>
                </a:extLst>
              </p:cNvPr>
              <p:cNvSpPr txBox="1"/>
              <p:nvPr/>
            </p:nvSpPr>
            <p:spPr>
              <a:xfrm>
                <a:off x="4641964" y="1444568"/>
                <a:ext cx="3782035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dirty="0"/>
                  <a:t>hasP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𝑒𝑛𝑐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𝑇𝑅𝑈𝐸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𝐹𝐴𝐿𝑆𝐸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9E1C8A-3F3C-F4AB-9393-2460ACCD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964" y="1444568"/>
                <a:ext cx="3782035" cy="641586"/>
              </a:xfrm>
              <a:prstGeom prst="rect">
                <a:avLst/>
              </a:prstGeom>
              <a:blipFill>
                <a:blip r:embed="rId13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3A81243-E12A-03C2-4057-75BDCF1567C9}"/>
                  </a:ext>
                </a:extLst>
              </p:cNvPr>
              <p:cNvSpPr txBox="1"/>
              <p:nvPr/>
            </p:nvSpPr>
            <p:spPr>
              <a:xfrm>
                <a:off x="4106136" y="2114503"/>
                <a:ext cx="4907559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𝑇𝑢𝑟𝑖𝑛𝑔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𝑀𝑎𝑐h𝑖𝑛𝑒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𝑎𝑐𝑐𝑒𝑝𝑡𝑠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16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3A81243-E12A-03C2-4057-75BDCF156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136" y="2114503"/>
                <a:ext cx="4907559" cy="358303"/>
              </a:xfrm>
              <a:prstGeom prst="rect">
                <a:avLst/>
              </a:prstGeom>
              <a:blipFill>
                <a:blip r:embed="rId14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67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 animBg="1"/>
      <p:bldP spid="10" grpId="0"/>
      <p:bldP spid="11" grpId="0" animBg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3" grpId="0"/>
      <p:bldP spid="23" grpId="1"/>
      <p:bldP spid="23" grpId="2"/>
      <p:bldP spid="24" grpId="0"/>
      <p:bldP spid="24" grpId="1"/>
      <p:bldP spid="24" grpId="2"/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36" name="Google Shape;2336;p45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1656478" y="1216404"/>
                <a:ext cx="5831044" cy="30116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200" i="1" dirty="0"/>
                  <a:t>“Given a Turing Machine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" sz="3200" i="1" dirty="0"/>
                  <a:t> we can’t decide whether the problem it accepts belongs to some subset of RE.”</a:t>
                </a:r>
                <a:endParaRPr sz="3200" i="1" dirty="0"/>
              </a:p>
            </p:txBody>
          </p:sp>
        </mc:Choice>
        <mc:Fallback xmlns="">
          <p:sp>
            <p:nvSpPr>
              <p:cNvPr id="2336" name="Google Shape;2336;p4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656478" y="1216404"/>
                <a:ext cx="5831044" cy="3011647"/>
              </a:xfrm>
              <a:prstGeom prst="rect">
                <a:avLst/>
              </a:prstGeom>
              <a:blipFill>
                <a:blip r:embed="rId3"/>
                <a:stretch>
                  <a:fillRect l="-628" r="-2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statement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88DCAC-13C0-0993-C183-A85454752DB0}"/>
              </a:ext>
            </a:extLst>
          </p:cNvPr>
          <p:cNvSpPr>
            <a:spLocks noChangeAspect="1"/>
          </p:cNvSpPr>
          <p:nvPr/>
        </p:nvSpPr>
        <p:spPr>
          <a:xfrm>
            <a:off x="1231014" y="1765361"/>
            <a:ext cx="2542504" cy="254250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BA9A3-C0DD-0FA5-0BB2-18176AB5B829}"/>
              </a:ext>
            </a:extLst>
          </p:cNvPr>
          <p:cNvSpPr txBox="1">
            <a:spLocks noChangeAspect="1"/>
          </p:cNvSpPr>
          <p:nvPr/>
        </p:nvSpPr>
        <p:spPr>
          <a:xfrm>
            <a:off x="1995052" y="2651892"/>
            <a:ext cx="1435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970323-F294-1A40-C741-267A5531C239}"/>
              </a:ext>
            </a:extLst>
          </p:cNvPr>
          <p:cNvSpPr/>
          <p:nvPr/>
        </p:nvSpPr>
        <p:spPr>
          <a:xfrm>
            <a:off x="2356057" y="3282438"/>
            <a:ext cx="931178" cy="8865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FF29DE-3FCB-773B-0A5A-5EA66E9D952C}"/>
                  </a:ext>
                </a:extLst>
              </p:cNvPr>
              <p:cNvSpPr txBox="1"/>
              <p:nvPr/>
            </p:nvSpPr>
            <p:spPr>
              <a:xfrm>
                <a:off x="4194812" y="2110490"/>
                <a:ext cx="4464672" cy="77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/>
                  <a:t>hasP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𝑒𝑛𝑐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𝑇𝑅𝑈𝐸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𝐹𝐴𝐿𝑆𝐸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FF29DE-3FCB-773B-0A5A-5EA66E9D9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812" y="2110490"/>
                <a:ext cx="4464672" cy="778868"/>
              </a:xfrm>
              <a:prstGeom prst="rect">
                <a:avLst/>
              </a:prstGeom>
              <a:blipFill>
                <a:blip r:embed="rId3"/>
                <a:stretch>
                  <a:fillRect l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C58A8F-54D4-85AF-A672-8CA0E2E1F08C}"/>
                  </a:ext>
                </a:extLst>
              </p:cNvPr>
              <p:cNvSpPr txBox="1"/>
              <p:nvPr/>
            </p:nvSpPr>
            <p:spPr>
              <a:xfrm>
                <a:off x="3944081" y="3707304"/>
                <a:ext cx="44646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≠∅ 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)⇔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hasP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C58A8F-54D4-85AF-A672-8CA0E2E1F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081" y="3707304"/>
                <a:ext cx="4464671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36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6" grpId="0" animBg="1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6" name="Google Shape;2386;p49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dirty="0"/>
                  <a:t>Proof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HALT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hasP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86" name="Google Shape;2386;p4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7447" b="-5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188DCAC-13C0-0993-C183-A85454752DB0}"/>
              </a:ext>
            </a:extLst>
          </p:cNvPr>
          <p:cNvSpPr>
            <a:spLocks noChangeAspect="1"/>
          </p:cNvSpPr>
          <p:nvPr/>
        </p:nvSpPr>
        <p:spPr>
          <a:xfrm>
            <a:off x="1231014" y="1765361"/>
            <a:ext cx="2542504" cy="254250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BA9A3-C0DD-0FA5-0BB2-18176AB5B829}"/>
              </a:ext>
            </a:extLst>
          </p:cNvPr>
          <p:cNvSpPr txBox="1">
            <a:spLocks noChangeAspect="1"/>
          </p:cNvSpPr>
          <p:nvPr/>
        </p:nvSpPr>
        <p:spPr>
          <a:xfrm>
            <a:off x="1995052" y="2651892"/>
            <a:ext cx="1435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970323-F294-1A40-C741-267A5531C239}"/>
              </a:ext>
            </a:extLst>
          </p:cNvPr>
          <p:cNvSpPr/>
          <p:nvPr/>
        </p:nvSpPr>
        <p:spPr>
          <a:xfrm>
            <a:off x="2356057" y="3282438"/>
            <a:ext cx="931178" cy="8865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588B4E-1B24-AA02-62A8-B88488EEB317}"/>
                  </a:ext>
                </a:extLst>
              </p:cNvPr>
              <p:cNvSpPr txBox="1"/>
              <p:nvPr/>
            </p:nvSpPr>
            <p:spPr>
              <a:xfrm>
                <a:off x="4223978" y="1365251"/>
                <a:ext cx="42291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𝐹𝐴𝐿𝑆𝐸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𝐹𝐴𝐿𝑆𝐸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588B4E-1B24-AA02-62A8-B88488EEB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978" y="1365251"/>
                <a:ext cx="4229188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77E1B2-28DD-AEF8-F00D-EE0BA7418E2D}"/>
                  </a:ext>
                </a:extLst>
              </p:cNvPr>
              <p:cNvSpPr txBox="1"/>
              <p:nvPr/>
            </p:nvSpPr>
            <p:spPr>
              <a:xfrm>
                <a:off x="377506" y="1392518"/>
                <a:ext cx="10821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𝑭𝑨𝑳𝑺𝑬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77E1B2-28DD-AEF8-F00D-EE0BA7418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06" y="1392518"/>
                <a:ext cx="1082178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66682A7C-F02E-6CAB-3522-D5C40ABED22B}"/>
              </a:ext>
            </a:extLst>
          </p:cNvPr>
          <p:cNvSpPr/>
          <p:nvPr/>
        </p:nvSpPr>
        <p:spPr>
          <a:xfrm>
            <a:off x="1600040" y="2715295"/>
            <a:ext cx="283221" cy="250333"/>
          </a:xfrm>
          <a:prstGeom prst="mathMultiply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C1E033-E0F2-8DB7-7344-2FB6452F7751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918595" y="1792628"/>
            <a:ext cx="835497" cy="104783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A3F753C4-7BF0-E6C2-0073-347C0D0C998A}"/>
              </a:ext>
            </a:extLst>
          </p:cNvPr>
          <p:cNvSpPr/>
          <p:nvPr/>
        </p:nvSpPr>
        <p:spPr>
          <a:xfrm>
            <a:off x="2429692" y="3500661"/>
            <a:ext cx="283221" cy="25033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78875B-BA7C-0446-FE43-861C1BA10E35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883261" y="3611896"/>
            <a:ext cx="688041" cy="992065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9B597AB-E73E-8F00-81BF-A75E52A69ABF}"/>
              </a:ext>
            </a:extLst>
          </p:cNvPr>
          <p:cNvSpPr txBox="1"/>
          <p:nvPr/>
        </p:nvSpPr>
        <p:spPr>
          <a:xfrm>
            <a:off x="1628009" y="4603961"/>
            <a:ext cx="510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Lucida Sans" panose="020B0602030504020204" pitchFamily="34" charset="0"/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6E1CC9-6513-AE4A-8CAB-75397FC06CD3}"/>
                  </a:ext>
                </a:extLst>
              </p:cNvPr>
              <p:cNvSpPr txBox="1"/>
              <p:nvPr/>
            </p:nvSpPr>
            <p:spPr>
              <a:xfrm>
                <a:off x="4362201" y="1946964"/>
                <a:ext cx="3952742" cy="624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𝑎𝑐𝑐𝑒𝑝𝑡𝑠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6E1CC9-6513-AE4A-8CAB-75397FC06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01" y="1946964"/>
                <a:ext cx="3952742" cy="6247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id="{8B19EEB8-2515-C219-E23E-2EF4B7AB4BCF}"/>
                  </a:ext>
                </a:extLst>
              </p:cNvPr>
              <p:cNvSpPr txBox="1"/>
              <p:nvPr/>
            </p:nvSpPr>
            <p:spPr>
              <a:xfrm>
                <a:off x="4523194" y="2731419"/>
                <a:ext cx="4305154" cy="2272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[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𝑣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]:</m:t>
                      </m:r>
                    </m:oMath>
                  </m:oMathPara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simulate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M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𝑤</m:t>
                        </m:r>
                      </m:e>
                    </m:d>
                  </m:oMath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simulate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𝑣</m:t>
                        </m:r>
                      </m:e>
                    </m:d>
                  </m:oMath>
                </a14:m>
                <a:endParaRPr sz="24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id="{8B19EEB8-2515-C219-E23E-2EF4B7AB4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194" y="2731419"/>
                <a:ext cx="4305154" cy="2272652"/>
              </a:xfrm>
              <a:prstGeom prst="rect">
                <a:avLst/>
              </a:prstGeom>
              <a:blipFill>
                <a:blip r:embed="rId7"/>
                <a:stretch>
                  <a:fillRect l="-19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64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6" grpId="0" animBg="1"/>
      <p:bldP spid="2" grpId="0"/>
      <p:bldP spid="3" grpId="0"/>
      <p:bldP spid="4" grpId="0" animBg="1"/>
      <p:bldP spid="10" grpId="0" animBg="1"/>
      <p:bldP spid="12" grpId="0"/>
      <p:bldP spid="13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76B78876-5092-771A-D5F8-5A035087735C}"/>
              </a:ext>
            </a:extLst>
          </p:cNvPr>
          <p:cNvSpPr>
            <a:spLocks noChangeAspect="1"/>
          </p:cNvSpPr>
          <p:nvPr/>
        </p:nvSpPr>
        <p:spPr>
          <a:xfrm>
            <a:off x="1231014" y="1760546"/>
            <a:ext cx="2542504" cy="254250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6" name="Google Shape;2386;p49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dirty="0"/>
                  <a:t>Proof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HALT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hasP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86" name="Google Shape;2386;p4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7447" b="-5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188DCAC-13C0-0993-C183-A85454752DB0}"/>
              </a:ext>
            </a:extLst>
          </p:cNvPr>
          <p:cNvSpPr>
            <a:spLocks noChangeAspect="1"/>
          </p:cNvSpPr>
          <p:nvPr/>
        </p:nvSpPr>
        <p:spPr>
          <a:xfrm>
            <a:off x="1231014" y="1765361"/>
            <a:ext cx="2542504" cy="254250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BA9A3-C0DD-0FA5-0BB2-18176AB5B829}"/>
              </a:ext>
            </a:extLst>
          </p:cNvPr>
          <p:cNvSpPr txBox="1">
            <a:spLocks noChangeAspect="1"/>
          </p:cNvSpPr>
          <p:nvPr/>
        </p:nvSpPr>
        <p:spPr>
          <a:xfrm>
            <a:off x="1995052" y="2651892"/>
            <a:ext cx="1435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970323-F294-1A40-C741-267A5531C239}"/>
              </a:ext>
            </a:extLst>
          </p:cNvPr>
          <p:cNvSpPr/>
          <p:nvPr/>
        </p:nvSpPr>
        <p:spPr>
          <a:xfrm>
            <a:off x="2356057" y="3272808"/>
            <a:ext cx="931178" cy="8865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588B4E-1B24-AA02-62A8-B88488EEB317}"/>
                  </a:ext>
                </a:extLst>
              </p:cNvPr>
              <p:cNvSpPr txBox="1"/>
              <p:nvPr/>
            </p:nvSpPr>
            <p:spPr>
              <a:xfrm>
                <a:off x="4223978" y="1365251"/>
                <a:ext cx="42291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𝐹𝐴𝐿𝑆𝐸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𝐹𝐴𝐿𝑆𝐸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588B4E-1B24-AA02-62A8-B88488EEB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978" y="1365251"/>
                <a:ext cx="4229188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77E1B2-28DD-AEF8-F00D-EE0BA7418E2D}"/>
                  </a:ext>
                </a:extLst>
              </p:cNvPr>
              <p:cNvSpPr txBox="1"/>
              <p:nvPr/>
            </p:nvSpPr>
            <p:spPr>
              <a:xfrm>
                <a:off x="718822" y="4420496"/>
                <a:ext cx="10821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𝑭𝑨𝑳𝑺𝑬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77E1B2-28DD-AEF8-F00D-EE0BA7418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22" y="4420496"/>
                <a:ext cx="1082178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A3F753C4-7BF0-E6C2-0073-347C0D0C998A}"/>
              </a:ext>
            </a:extLst>
          </p:cNvPr>
          <p:cNvSpPr/>
          <p:nvPr/>
        </p:nvSpPr>
        <p:spPr>
          <a:xfrm>
            <a:off x="2429692" y="3500661"/>
            <a:ext cx="283221" cy="25033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78875B-BA7C-0446-FE43-861C1BA10E35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801000" y="3614977"/>
            <a:ext cx="785062" cy="1005574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04494B-930E-FF29-81F3-40D45DC358CD}"/>
                  </a:ext>
                </a:extLst>
              </p:cNvPr>
              <p:cNvSpPr txBox="1"/>
              <p:nvPr/>
            </p:nvSpPr>
            <p:spPr>
              <a:xfrm>
                <a:off x="718822" y="4415681"/>
                <a:ext cx="108217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𝑭𝑨𝑳𝑺𝑬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04494B-930E-FF29-81F3-40D45DC35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22" y="4415681"/>
                <a:ext cx="1082178" cy="40011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D1D2CFC7-C45E-2893-1878-958511E945B3}"/>
              </a:ext>
            </a:extLst>
          </p:cNvPr>
          <p:cNvSpPr/>
          <p:nvPr/>
        </p:nvSpPr>
        <p:spPr>
          <a:xfrm>
            <a:off x="2356057" y="3277623"/>
            <a:ext cx="931178" cy="8865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5E1702ED-4920-FF94-E60C-6F0C31FF2F10}"/>
              </a:ext>
            </a:extLst>
          </p:cNvPr>
          <p:cNvSpPr/>
          <p:nvPr/>
        </p:nvSpPr>
        <p:spPr>
          <a:xfrm>
            <a:off x="2429692" y="3495846"/>
            <a:ext cx="283221" cy="250333"/>
          </a:xfrm>
          <a:prstGeom prst="mathMultiply">
            <a:avLst/>
          </a:prstGeom>
          <a:solidFill>
            <a:srgbClr val="FF0000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049D6B-B970-EBF2-36F6-EC095C391BD9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801000" y="3610162"/>
            <a:ext cx="785062" cy="1005574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Google Shape;2386;p49">
                <a:extLst>
                  <a:ext uri="{FF2B5EF4-FFF2-40B4-BE49-F238E27FC236}">
                    <a16:creationId xmlns:a16="http://schemas.microsoft.com/office/drawing/2014/main" id="{F4241E1E-5D1E-233B-14E4-BCFED14E83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8822" y="440210"/>
                <a:ext cx="77040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9pPr>
              </a:lstStyle>
              <a:p>
                <a:r>
                  <a:rPr lang="en-US" dirty="0"/>
                  <a:t>Proof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HALT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hasP</m:t>
                        </m:r>
                      </m:e>
                    </m:acc>
                    <m:r>
                      <a:rPr lang="en-US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Google Shape;2386;p49">
                <a:extLst>
                  <a:ext uri="{FF2B5EF4-FFF2-40B4-BE49-F238E27FC236}">
                    <a16:creationId xmlns:a16="http://schemas.microsoft.com/office/drawing/2014/main" id="{F4241E1E-5D1E-233B-14E4-BCFED14E8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22" y="440210"/>
                <a:ext cx="7704000" cy="572700"/>
              </a:xfrm>
              <a:prstGeom prst="rect">
                <a:avLst/>
              </a:prstGeom>
              <a:blipFill>
                <a:blip r:embed="rId7"/>
                <a:stretch>
                  <a:fillRect t="-5319" b="-5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B89A66FD-5FA3-604C-AF29-A9993BE32B98}"/>
              </a:ext>
            </a:extLst>
          </p:cNvPr>
          <p:cNvSpPr/>
          <p:nvPr/>
        </p:nvSpPr>
        <p:spPr>
          <a:xfrm>
            <a:off x="1755210" y="2260412"/>
            <a:ext cx="283221" cy="25033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511989-C746-A1A5-0BA7-195916B2A1D9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231014" y="1620111"/>
            <a:ext cx="665807" cy="796604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A0406AD-6F42-22DF-B50E-6EA6CB3835D2}"/>
              </a:ext>
            </a:extLst>
          </p:cNvPr>
          <p:cNvSpPr txBox="1"/>
          <p:nvPr/>
        </p:nvSpPr>
        <p:spPr>
          <a:xfrm>
            <a:off x="894080" y="1220001"/>
            <a:ext cx="673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Lucida Sans" panose="020B0602030504020204" pitchFamily="34" charset="0"/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4EF22A-D6A1-CFE3-C099-52D826AC8A2C}"/>
                  </a:ext>
                </a:extLst>
              </p:cNvPr>
              <p:cNvSpPr txBox="1"/>
              <p:nvPr/>
            </p:nvSpPr>
            <p:spPr>
              <a:xfrm>
                <a:off x="4362201" y="1946964"/>
                <a:ext cx="3952742" cy="624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𝑎𝑐𝑐𝑒𝑝𝑡𝑠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4EF22A-D6A1-CFE3-C099-52D826AC8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01" y="1946964"/>
                <a:ext cx="3952742" cy="6247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Google Shape;2397;p49">
                <a:extLst>
                  <a:ext uri="{FF2B5EF4-FFF2-40B4-BE49-F238E27FC236}">
                    <a16:creationId xmlns:a16="http://schemas.microsoft.com/office/drawing/2014/main" id="{DB055E3F-D4BC-36FE-7A02-2BC207571399}"/>
                  </a:ext>
                </a:extLst>
              </p:cNvPr>
              <p:cNvSpPr txBox="1"/>
              <p:nvPr/>
            </p:nvSpPr>
            <p:spPr>
              <a:xfrm>
                <a:off x="4523194" y="2731419"/>
                <a:ext cx="4305154" cy="2272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[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𝑣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]:</m:t>
                      </m:r>
                    </m:oMath>
                  </m:oMathPara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simulate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M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𝑤</m:t>
                        </m:r>
                      </m:e>
                    </m:d>
                  </m:oMath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simulate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𝑣</m:t>
                        </m:r>
                      </m:e>
                    </m:d>
                  </m:oMath>
                </a14:m>
                <a:endParaRPr sz="24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35" name="Google Shape;2397;p49">
                <a:extLst>
                  <a:ext uri="{FF2B5EF4-FFF2-40B4-BE49-F238E27FC236}">
                    <a16:creationId xmlns:a16="http://schemas.microsoft.com/office/drawing/2014/main" id="{DB055E3F-D4BC-36FE-7A02-2BC207571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194" y="2731419"/>
                <a:ext cx="4305154" cy="2272652"/>
              </a:xfrm>
              <a:prstGeom prst="rect">
                <a:avLst/>
              </a:prstGeom>
              <a:blipFill>
                <a:blip r:embed="rId9"/>
                <a:stretch>
                  <a:fillRect l="-19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72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1" animBg="1"/>
      <p:bldP spid="2386" grpId="0"/>
      <p:bldP spid="5" grpId="0" animBg="1"/>
      <p:bldP spid="16" grpId="0" animBg="1"/>
      <p:bldP spid="2" grpId="0"/>
      <p:bldP spid="3" grpId="0"/>
      <p:bldP spid="3" grpId="1"/>
      <p:bldP spid="10" grpId="0" animBg="1"/>
      <p:bldP spid="10" grpId="1" animBg="1"/>
      <p:bldP spid="20" grpId="0"/>
      <p:bldP spid="24" grpId="1" animBg="1"/>
      <p:bldP spid="21" grpId="0" animBg="1"/>
      <p:bldP spid="26" grpId="0"/>
      <p:bldP spid="27" grpId="0" animBg="1"/>
      <p:bldP spid="29" grpId="0"/>
      <p:bldP spid="34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42"/>
          <p:cNvSpPr txBox="1">
            <a:spLocks noGrp="1"/>
          </p:cNvSpPr>
          <p:nvPr>
            <p:ph type="title"/>
          </p:nvPr>
        </p:nvSpPr>
        <p:spPr>
          <a:xfrm>
            <a:off x="1694265" y="2135851"/>
            <a:ext cx="5775158" cy="27810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Post’s Correspondence Problem</a:t>
            </a:r>
            <a:endParaRPr sz="5400" dirty="0"/>
          </a:p>
        </p:txBody>
      </p:sp>
      <p:sp>
        <p:nvSpPr>
          <p:cNvPr id="2246" name="Google Shape;2246;p42"/>
          <p:cNvSpPr/>
          <p:nvPr/>
        </p:nvSpPr>
        <p:spPr>
          <a:xfrm>
            <a:off x="3801900" y="518775"/>
            <a:ext cx="1540213" cy="1540069"/>
          </a:xfrm>
          <a:custGeom>
            <a:avLst/>
            <a:gdLst/>
            <a:ahLst/>
            <a:cxnLst/>
            <a:rect l="l" t="t" r="r" b="b"/>
            <a:pathLst>
              <a:path w="43110" h="43109" extrusionOk="0">
                <a:moveTo>
                  <a:pt x="1" y="0"/>
                </a:moveTo>
                <a:lnTo>
                  <a:pt x="1" y="43108"/>
                </a:lnTo>
                <a:lnTo>
                  <a:pt x="43109" y="43108"/>
                </a:lnTo>
                <a:lnTo>
                  <a:pt x="43109" y="0"/>
                </a:lnTo>
                <a:close/>
              </a:path>
            </a:pathLst>
          </a:custGeom>
          <a:solidFill>
            <a:srgbClr val="0F32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7" name="Google Shape;2247;p42"/>
          <p:cNvSpPr/>
          <p:nvPr/>
        </p:nvSpPr>
        <p:spPr>
          <a:xfrm>
            <a:off x="4063563" y="1124170"/>
            <a:ext cx="1036562" cy="500829"/>
          </a:xfrm>
          <a:custGeom>
            <a:avLst/>
            <a:gdLst/>
            <a:ahLst/>
            <a:cxnLst/>
            <a:rect l="l" t="t" r="r" b="b"/>
            <a:pathLst>
              <a:path w="29013" h="14019" extrusionOk="0">
                <a:moveTo>
                  <a:pt x="0" y="1"/>
                </a:moveTo>
                <a:lnTo>
                  <a:pt x="0" y="704"/>
                </a:lnTo>
                <a:lnTo>
                  <a:pt x="78" y="1446"/>
                </a:lnTo>
                <a:lnTo>
                  <a:pt x="156" y="2148"/>
                </a:lnTo>
                <a:lnTo>
                  <a:pt x="274" y="2812"/>
                </a:lnTo>
                <a:lnTo>
                  <a:pt x="430" y="3515"/>
                </a:lnTo>
                <a:lnTo>
                  <a:pt x="625" y="4179"/>
                </a:lnTo>
                <a:lnTo>
                  <a:pt x="859" y="4804"/>
                </a:lnTo>
                <a:lnTo>
                  <a:pt x="1133" y="5467"/>
                </a:lnTo>
                <a:lnTo>
                  <a:pt x="1406" y="6092"/>
                </a:lnTo>
                <a:lnTo>
                  <a:pt x="1757" y="6678"/>
                </a:lnTo>
                <a:lnTo>
                  <a:pt x="2109" y="7264"/>
                </a:lnTo>
                <a:lnTo>
                  <a:pt x="2460" y="7849"/>
                </a:lnTo>
                <a:lnTo>
                  <a:pt x="2890" y="8396"/>
                </a:lnTo>
                <a:lnTo>
                  <a:pt x="3319" y="8904"/>
                </a:lnTo>
                <a:lnTo>
                  <a:pt x="3749" y="9411"/>
                </a:lnTo>
                <a:lnTo>
                  <a:pt x="4256" y="9919"/>
                </a:lnTo>
                <a:lnTo>
                  <a:pt x="4725" y="10387"/>
                </a:lnTo>
                <a:lnTo>
                  <a:pt x="5272" y="10817"/>
                </a:lnTo>
                <a:lnTo>
                  <a:pt x="5818" y="11246"/>
                </a:lnTo>
                <a:lnTo>
                  <a:pt x="6404" y="11637"/>
                </a:lnTo>
                <a:lnTo>
                  <a:pt x="6990" y="11988"/>
                </a:lnTo>
                <a:lnTo>
                  <a:pt x="7575" y="12340"/>
                </a:lnTo>
                <a:lnTo>
                  <a:pt x="8200" y="12613"/>
                </a:lnTo>
                <a:lnTo>
                  <a:pt x="8864" y="12926"/>
                </a:lnTo>
                <a:lnTo>
                  <a:pt x="9528" y="13160"/>
                </a:lnTo>
                <a:lnTo>
                  <a:pt x="10192" y="13394"/>
                </a:lnTo>
                <a:lnTo>
                  <a:pt x="10894" y="13589"/>
                </a:lnTo>
                <a:lnTo>
                  <a:pt x="11558" y="13745"/>
                </a:lnTo>
                <a:lnTo>
                  <a:pt x="12300" y="13863"/>
                </a:lnTo>
                <a:lnTo>
                  <a:pt x="13003" y="13941"/>
                </a:lnTo>
                <a:lnTo>
                  <a:pt x="13745" y="13980"/>
                </a:lnTo>
                <a:lnTo>
                  <a:pt x="14487" y="14019"/>
                </a:lnTo>
                <a:lnTo>
                  <a:pt x="15268" y="13980"/>
                </a:lnTo>
                <a:lnTo>
                  <a:pt x="15971" y="13941"/>
                </a:lnTo>
                <a:lnTo>
                  <a:pt x="16713" y="13863"/>
                </a:lnTo>
                <a:lnTo>
                  <a:pt x="17415" y="13745"/>
                </a:lnTo>
                <a:lnTo>
                  <a:pt x="18118" y="13589"/>
                </a:lnTo>
                <a:lnTo>
                  <a:pt x="18821" y="13394"/>
                </a:lnTo>
                <a:lnTo>
                  <a:pt x="19485" y="13160"/>
                </a:lnTo>
                <a:lnTo>
                  <a:pt x="20149" y="12926"/>
                </a:lnTo>
                <a:lnTo>
                  <a:pt x="20813" y="12613"/>
                </a:lnTo>
                <a:lnTo>
                  <a:pt x="21437" y="12340"/>
                </a:lnTo>
                <a:lnTo>
                  <a:pt x="22023" y="11988"/>
                </a:lnTo>
                <a:lnTo>
                  <a:pt x="22609" y="11637"/>
                </a:lnTo>
                <a:lnTo>
                  <a:pt x="23194" y="11246"/>
                </a:lnTo>
                <a:lnTo>
                  <a:pt x="23741" y="10817"/>
                </a:lnTo>
                <a:lnTo>
                  <a:pt x="24249" y="10387"/>
                </a:lnTo>
                <a:lnTo>
                  <a:pt x="24756" y="9919"/>
                </a:lnTo>
                <a:lnTo>
                  <a:pt x="25264" y="9411"/>
                </a:lnTo>
                <a:lnTo>
                  <a:pt x="25694" y="8904"/>
                </a:lnTo>
                <a:lnTo>
                  <a:pt x="26123" y="8396"/>
                </a:lnTo>
                <a:lnTo>
                  <a:pt x="26553" y="7849"/>
                </a:lnTo>
                <a:lnTo>
                  <a:pt x="26904" y="7264"/>
                </a:lnTo>
                <a:lnTo>
                  <a:pt x="27255" y="6678"/>
                </a:lnTo>
                <a:lnTo>
                  <a:pt x="27568" y="6092"/>
                </a:lnTo>
                <a:lnTo>
                  <a:pt x="27880" y="5467"/>
                </a:lnTo>
                <a:lnTo>
                  <a:pt x="28154" y="4804"/>
                </a:lnTo>
                <a:lnTo>
                  <a:pt x="28349" y="4179"/>
                </a:lnTo>
                <a:lnTo>
                  <a:pt x="28544" y="3515"/>
                </a:lnTo>
                <a:lnTo>
                  <a:pt x="28739" y="2812"/>
                </a:lnTo>
                <a:lnTo>
                  <a:pt x="28856" y="2148"/>
                </a:lnTo>
                <a:lnTo>
                  <a:pt x="28934" y="1446"/>
                </a:lnTo>
                <a:lnTo>
                  <a:pt x="29013" y="704"/>
                </a:lnTo>
                <a:lnTo>
                  <a:pt x="2901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55D137-6384-99BF-D4E4-B940623B72AD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  <a:endParaRPr lang="en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84CB1-D0D8-8440-FF97-3C8DE77860C3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3C320-EB95-7E9B-6EE2-0795DCF07651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586CE-E493-10FF-DF0C-EE939325BDF9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F2E6C6-E25F-170F-F1D3-F099355104FD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C5EA68-8459-A7EE-87E6-8FA8BB7310FE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ACBBEB-12C0-429F-8AD9-59A4ABB4FE35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9D63D-5C62-C37E-60F2-3DC2F7EBCC88}"/>
              </a:ext>
            </a:extLst>
          </p:cNvPr>
          <p:cNvSpPr/>
          <p:nvPr/>
        </p:nvSpPr>
        <p:spPr>
          <a:xfrm>
            <a:off x="1848778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FBBCF1-A473-9CC6-43E8-7FC514A0EEBB}"/>
              </a:ext>
            </a:extLst>
          </p:cNvPr>
          <p:cNvSpPr/>
          <p:nvPr/>
        </p:nvSpPr>
        <p:spPr>
          <a:xfrm>
            <a:off x="1848778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C04DAC-7EFF-F45F-DFC6-E1B385791866}"/>
              </a:ext>
            </a:extLst>
          </p:cNvPr>
          <p:cNvSpPr/>
          <p:nvPr/>
        </p:nvSpPr>
        <p:spPr>
          <a:xfrm>
            <a:off x="2672510" y="4008606"/>
            <a:ext cx="477733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FBDC8A-6A4A-12D8-7DA7-B9C96F47B3BB}"/>
              </a:ext>
            </a:extLst>
          </p:cNvPr>
          <p:cNvSpPr/>
          <p:nvPr/>
        </p:nvSpPr>
        <p:spPr>
          <a:xfrm>
            <a:off x="2672511" y="3339594"/>
            <a:ext cx="474074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E13A51-CEF9-1B5A-42A5-F5F2F56B2868}"/>
              </a:ext>
            </a:extLst>
          </p:cNvPr>
          <p:cNvSpPr/>
          <p:nvPr/>
        </p:nvSpPr>
        <p:spPr>
          <a:xfrm>
            <a:off x="4149282" y="3999190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AFFC6A-DA8F-6CD4-412D-1ADDFC6D6E3C}"/>
              </a:ext>
            </a:extLst>
          </p:cNvPr>
          <p:cNvSpPr/>
          <p:nvPr/>
        </p:nvSpPr>
        <p:spPr>
          <a:xfrm>
            <a:off x="4149282" y="3330178"/>
            <a:ext cx="662930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75909B-0E81-0DA1-AF9B-ACE54159D200}"/>
              </a:ext>
            </a:extLst>
          </p:cNvPr>
          <p:cNvSpPr/>
          <p:nvPr/>
        </p:nvSpPr>
        <p:spPr>
          <a:xfrm>
            <a:off x="3327224" y="3999190"/>
            <a:ext cx="658443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FA4C11-BC49-BF04-BA6A-0A4FCF2733C1}"/>
              </a:ext>
            </a:extLst>
          </p:cNvPr>
          <p:cNvSpPr/>
          <p:nvPr/>
        </p:nvSpPr>
        <p:spPr>
          <a:xfrm>
            <a:off x="3327224" y="3330178"/>
            <a:ext cx="664858" cy="6138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23DE33-A196-80A1-5E87-64A46AE5F00D}"/>
              </a:ext>
            </a:extLst>
          </p:cNvPr>
          <p:cNvSpPr/>
          <p:nvPr/>
        </p:nvSpPr>
        <p:spPr>
          <a:xfrm>
            <a:off x="1931329" y="3482372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DD1133-688D-95CA-BCBE-A082D8FBEDA3}"/>
              </a:ext>
            </a:extLst>
          </p:cNvPr>
          <p:cNvSpPr/>
          <p:nvPr/>
        </p:nvSpPr>
        <p:spPr>
          <a:xfrm>
            <a:off x="2772618" y="3457145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DC0A41-D655-BD3D-79E6-72AD317D30F0}"/>
              </a:ext>
            </a:extLst>
          </p:cNvPr>
          <p:cNvSpPr/>
          <p:nvPr/>
        </p:nvSpPr>
        <p:spPr>
          <a:xfrm>
            <a:off x="3406335" y="3447729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F40A8A-B193-8AA7-191D-7C8EE871B0BF}"/>
              </a:ext>
            </a:extLst>
          </p:cNvPr>
          <p:cNvSpPr/>
          <p:nvPr/>
        </p:nvSpPr>
        <p:spPr>
          <a:xfrm>
            <a:off x="4329904" y="3447729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78616E-5295-A934-D6A9-C92D508ADADC}"/>
              </a:ext>
            </a:extLst>
          </p:cNvPr>
          <p:cNvSpPr/>
          <p:nvPr/>
        </p:nvSpPr>
        <p:spPr>
          <a:xfrm>
            <a:off x="4159469" y="4126157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0011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5BAF64-5BA9-428E-39EC-54BC483DED79}"/>
              </a:ext>
            </a:extLst>
          </p:cNvPr>
          <p:cNvSpPr/>
          <p:nvPr/>
        </p:nvSpPr>
        <p:spPr>
          <a:xfrm>
            <a:off x="3508810" y="4126157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2755BD-6DEE-550F-BB81-7ACD9C7CC5E6}"/>
              </a:ext>
            </a:extLst>
          </p:cNvPr>
          <p:cNvSpPr/>
          <p:nvPr/>
        </p:nvSpPr>
        <p:spPr>
          <a:xfrm>
            <a:off x="2727880" y="4119785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8273E8-AA86-0E65-B0C5-D7821BDC47DB}"/>
              </a:ext>
            </a:extLst>
          </p:cNvPr>
          <p:cNvSpPr/>
          <p:nvPr/>
        </p:nvSpPr>
        <p:spPr>
          <a:xfrm>
            <a:off x="2052136" y="413177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Google Shape;2244;p42">
            <a:extLst>
              <a:ext uri="{FF2B5EF4-FFF2-40B4-BE49-F238E27FC236}">
                <a16:creationId xmlns:a16="http://schemas.microsoft.com/office/drawing/2014/main" id="{2B128F3A-3ED0-1CFA-54D4-664C273AE836}"/>
              </a:ext>
            </a:extLst>
          </p:cNvPr>
          <p:cNvSpPr txBox="1">
            <a:spLocks/>
          </p:cNvSpPr>
          <p:nvPr/>
        </p:nvSpPr>
        <p:spPr>
          <a:xfrm>
            <a:off x="3327224" y="1241958"/>
            <a:ext cx="5361312" cy="10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r>
              <a:rPr lang="en-GB" sz="1800" dirty="0"/>
              <a:t>One pair = one “blue” word, </a:t>
            </a:r>
          </a:p>
          <a:p>
            <a:r>
              <a:rPr lang="en-GB" sz="1800" dirty="0"/>
              <a:t>                               and one “yellow” word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94C67B86-D42B-88A1-B955-36A79BC9A47E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E48BE6E-2F64-7151-AA3A-4AAF4DE6FF0E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D57C47E-52BD-A4CC-A22D-4E8ED04EB15D}"/>
              </a:ext>
            </a:extLst>
          </p:cNvPr>
          <p:cNvSpPr txBox="1">
            <a:spLocks/>
          </p:cNvSpPr>
          <p:nvPr/>
        </p:nvSpPr>
        <p:spPr>
          <a:xfrm>
            <a:off x="1789791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D894FE9C-525D-82CE-A236-07E427CDFDFF}"/>
              </a:ext>
            </a:extLst>
          </p:cNvPr>
          <p:cNvSpPr txBox="1">
            <a:spLocks/>
          </p:cNvSpPr>
          <p:nvPr/>
        </p:nvSpPr>
        <p:spPr>
          <a:xfrm>
            <a:off x="2513635" y="4630496"/>
            <a:ext cx="702009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1</a:t>
            </a:r>
            <a:endParaRPr lang="en-RO" sz="1400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A066486-2441-C4E9-DA7D-F66B843F80F8}"/>
              </a:ext>
            </a:extLst>
          </p:cNvPr>
          <p:cNvSpPr txBox="1">
            <a:spLocks/>
          </p:cNvSpPr>
          <p:nvPr/>
        </p:nvSpPr>
        <p:spPr>
          <a:xfrm>
            <a:off x="3237481" y="4622456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486EFE03-8625-4868-CA6B-BC7420E66C31}"/>
              </a:ext>
            </a:extLst>
          </p:cNvPr>
          <p:cNvSpPr txBox="1">
            <a:spLocks/>
          </p:cNvSpPr>
          <p:nvPr/>
        </p:nvSpPr>
        <p:spPr>
          <a:xfrm>
            <a:off x="4065870" y="4613040"/>
            <a:ext cx="746342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21" name="Google Shape;2386;p49">
            <a:extLst>
              <a:ext uri="{FF2B5EF4-FFF2-40B4-BE49-F238E27FC236}">
                <a16:creationId xmlns:a16="http://schemas.microsoft.com/office/drawing/2014/main" id="{7C340C56-9FD7-9E37-2383-83A5B8BCA8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Refresher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79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3" grpId="0" animBg="1"/>
      <p:bldP spid="24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7" grpId="0"/>
      <p:bldP spid="38" grpId="0"/>
      <p:bldP spid="39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DD9D63D-5C62-C37E-60F2-3DC2F7EBCC88}"/>
              </a:ext>
            </a:extLst>
          </p:cNvPr>
          <p:cNvSpPr/>
          <p:nvPr/>
        </p:nvSpPr>
        <p:spPr>
          <a:xfrm>
            <a:off x="1848777" y="4008606"/>
            <a:ext cx="743969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FBBCF1-A473-9CC6-43E8-7FC514A0EEBB}"/>
              </a:ext>
            </a:extLst>
          </p:cNvPr>
          <p:cNvSpPr/>
          <p:nvPr/>
        </p:nvSpPr>
        <p:spPr>
          <a:xfrm>
            <a:off x="1848777" y="3339594"/>
            <a:ext cx="820917" cy="6044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C04DAC-7EFF-F45F-DFC6-E1B385791866}"/>
              </a:ext>
            </a:extLst>
          </p:cNvPr>
          <p:cNvSpPr/>
          <p:nvPr/>
        </p:nvSpPr>
        <p:spPr>
          <a:xfrm>
            <a:off x="2602934" y="4008606"/>
            <a:ext cx="61271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FBDC8A-6A4A-12D8-7DA7-B9C96F47B3BB}"/>
              </a:ext>
            </a:extLst>
          </p:cNvPr>
          <p:cNvSpPr/>
          <p:nvPr/>
        </p:nvSpPr>
        <p:spPr>
          <a:xfrm>
            <a:off x="2592747" y="3339594"/>
            <a:ext cx="662930" cy="6044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E13A51-CEF9-1B5A-42A5-F5F2F56B2868}"/>
              </a:ext>
            </a:extLst>
          </p:cNvPr>
          <p:cNvSpPr/>
          <p:nvPr/>
        </p:nvSpPr>
        <p:spPr>
          <a:xfrm>
            <a:off x="4036213" y="4008606"/>
            <a:ext cx="77599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AFFC6A-DA8F-6CD4-412D-1ADDFC6D6E3C}"/>
              </a:ext>
            </a:extLst>
          </p:cNvPr>
          <p:cNvSpPr/>
          <p:nvPr/>
        </p:nvSpPr>
        <p:spPr>
          <a:xfrm>
            <a:off x="4036214" y="3339594"/>
            <a:ext cx="775997" cy="6044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75909B-0E81-0DA1-AF9B-ACE54159D200}"/>
              </a:ext>
            </a:extLst>
          </p:cNvPr>
          <p:cNvSpPr/>
          <p:nvPr/>
        </p:nvSpPr>
        <p:spPr>
          <a:xfrm>
            <a:off x="3215644" y="4008606"/>
            <a:ext cx="82057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FA4C11-BC49-BF04-BA6A-0A4FCF2733C1}"/>
              </a:ext>
            </a:extLst>
          </p:cNvPr>
          <p:cNvSpPr/>
          <p:nvPr/>
        </p:nvSpPr>
        <p:spPr>
          <a:xfrm>
            <a:off x="3215644" y="3339594"/>
            <a:ext cx="850226" cy="6044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23DE33-A196-80A1-5E87-64A46AE5F00D}"/>
              </a:ext>
            </a:extLst>
          </p:cNvPr>
          <p:cNvSpPr/>
          <p:nvPr/>
        </p:nvSpPr>
        <p:spPr>
          <a:xfrm>
            <a:off x="1931329" y="3482372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DD1133-688D-95CA-BCBE-A082D8FBEDA3}"/>
              </a:ext>
            </a:extLst>
          </p:cNvPr>
          <p:cNvSpPr/>
          <p:nvPr/>
        </p:nvSpPr>
        <p:spPr>
          <a:xfrm>
            <a:off x="2772618" y="3457145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DC0A41-D655-BD3D-79E6-72AD317D30F0}"/>
              </a:ext>
            </a:extLst>
          </p:cNvPr>
          <p:cNvSpPr/>
          <p:nvPr/>
        </p:nvSpPr>
        <p:spPr>
          <a:xfrm>
            <a:off x="3406335" y="3447729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F40A8A-B193-8AA7-191D-7C8EE871B0BF}"/>
              </a:ext>
            </a:extLst>
          </p:cNvPr>
          <p:cNvSpPr/>
          <p:nvPr/>
        </p:nvSpPr>
        <p:spPr>
          <a:xfrm>
            <a:off x="4329904" y="3447729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78616E-5295-A934-D6A9-C92D508ADADC}"/>
              </a:ext>
            </a:extLst>
          </p:cNvPr>
          <p:cNvSpPr/>
          <p:nvPr/>
        </p:nvSpPr>
        <p:spPr>
          <a:xfrm>
            <a:off x="4159469" y="4126157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0011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5BAF64-5BA9-428E-39EC-54BC483DED79}"/>
              </a:ext>
            </a:extLst>
          </p:cNvPr>
          <p:cNvSpPr/>
          <p:nvPr/>
        </p:nvSpPr>
        <p:spPr>
          <a:xfrm>
            <a:off x="3508810" y="4126157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2755BD-6DEE-550F-BB81-7ACD9C7CC5E6}"/>
              </a:ext>
            </a:extLst>
          </p:cNvPr>
          <p:cNvSpPr/>
          <p:nvPr/>
        </p:nvSpPr>
        <p:spPr>
          <a:xfrm>
            <a:off x="2727880" y="4119785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8273E8-AA86-0E65-B0C5-D7821BDC47DB}"/>
              </a:ext>
            </a:extLst>
          </p:cNvPr>
          <p:cNvSpPr/>
          <p:nvPr/>
        </p:nvSpPr>
        <p:spPr>
          <a:xfrm>
            <a:off x="2052136" y="413177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Google Shape;2244;p42">
            <a:extLst>
              <a:ext uri="{FF2B5EF4-FFF2-40B4-BE49-F238E27FC236}">
                <a16:creationId xmlns:a16="http://schemas.microsoft.com/office/drawing/2014/main" id="{2B128F3A-3ED0-1CFA-54D4-664C273AE836}"/>
              </a:ext>
            </a:extLst>
          </p:cNvPr>
          <p:cNvSpPr txBox="1">
            <a:spLocks/>
          </p:cNvSpPr>
          <p:nvPr/>
        </p:nvSpPr>
        <p:spPr>
          <a:xfrm>
            <a:off x="3327224" y="1241958"/>
            <a:ext cx="5361312" cy="10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r>
              <a:rPr lang="en-GB" sz="1800" dirty="0"/>
              <a:t>One pair = one “blue” word, </a:t>
            </a:r>
          </a:p>
          <a:p>
            <a:r>
              <a:rPr lang="en-GB" sz="1800" dirty="0"/>
              <a:t>                               and one “yellow” word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D57C47E-52BD-A4CC-A22D-4E8ED04EB15D}"/>
              </a:ext>
            </a:extLst>
          </p:cNvPr>
          <p:cNvSpPr txBox="1">
            <a:spLocks/>
          </p:cNvSpPr>
          <p:nvPr/>
        </p:nvSpPr>
        <p:spPr>
          <a:xfrm>
            <a:off x="1789791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D894FE9C-525D-82CE-A236-07E427CDFDFF}"/>
              </a:ext>
            </a:extLst>
          </p:cNvPr>
          <p:cNvSpPr txBox="1">
            <a:spLocks/>
          </p:cNvSpPr>
          <p:nvPr/>
        </p:nvSpPr>
        <p:spPr>
          <a:xfrm>
            <a:off x="2513635" y="4630496"/>
            <a:ext cx="702009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1</a:t>
            </a:r>
            <a:endParaRPr lang="en-RO" sz="1400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A066486-2441-C4E9-DA7D-F66B843F80F8}"/>
              </a:ext>
            </a:extLst>
          </p:cNvPr>
          <p:cNvSpPr txBox="1">
            <a:spLocks/>
          </p:cNvSpPr>
          <p:nvPr/>
        </p:nvSpPr>
        <p:spPr>
          <a:xfrm>
            <a:off x="3237481" y="4622456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486EFE03-8625-4868-CA6B-BC7420E66C31}"/>
              </a:ext>
            </a:extLst>
          </p:cNvPr>
          <p:cNvSpPr txBox="1">
            <a:spLocks/>
          </p:cNvSpPr>
          <p:nvPr/>
        </p:nvSpPr>
        <p:spPr>
          <a:xfrm>
            <a:off x="4065870" y="4613040"/>
            <a:ext cx="746342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35A288-8A61-D1D1-9DF8-8326A7BC24ED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  <a:endParaRPr lang="en-R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50F1D7-BAF5-4D90-9EBE-FD66A3C99228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DEFA6D-7216-004F-C8E6-A1258E90873C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RO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6B1DEB-7F4B-259A-0E43-55CE4EC1E591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93254B-6B62-0F76-4A96-1914B718A2BA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4D3D02-9A69-DF8C-3A9E-369C70DBE157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2CD435EE-B036-52FF-C803-39AD3BF1DC7C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E208DF2-AC2C-666F-9895-474FEE3712DA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03231FB8-217D-697A-8E4F-8F2B780EA2B3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44" name="Google Shape;2386;p49">
            <a:extLst>
              <a:ext uri="{FF2B5EF4-FFF2-40B4-BE49-F238E27FC236}">
                <a16:creationId xmlns:a16="http://schemas.microsoft.com/office/drawing/2014/main" id="{D3300D87-C5B7-CC35-A0B5-7BE1E9B988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Refresher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971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DD9D63D-5C62-C37E-60F2-3DC2F7EBCC88}"/>
              </a:ext>
            </a:extLst>
          </p:cNvPr>
          <p:cNvSpPr/>
          <p:nvPr/>
        </p:nvSpPr>
        <p:spPr>
          <a:xfrm>
            <a:off x="1848777" y="4008606"/>
            <a:ext cx="2963435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FBBCF1-A473-9CC6-43E8-7FC514A0EEBB}"/>
              </a:ext>
            </a:extLst>
          </p:cNvPr>
          <p:cNvSpPr/>
          <p:nvPr/>
        </p:nvSpPr>
        <p:spPr>
          <a:xfrm>
            <a:off x="1848777" y="3339594"/>
            <a:ext cx="2963435" cy="6044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FBDC8A-6A4A-12D8-7DA7-B9C96F47B3BB}"/>
              </a:ext>
            </a:extLst>
          </p:cNvPr>
          <p:cNvSpPr/>
          <p:nvPr/>
        </p:nvSpPr>
        <p:spPr>
          <a:xfrm>
            <a:off x="2592747" y="3339594"/>
            <a:ext cx="662930" cy="6044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AFFC6A-DA8F-6CD4-412D-1ADDFC6D6E3C}"/>
              </a:ext>
            </a:extLst>
          </p:cNvPr>
          <p:cNvSpPr/>
          <p:nvPr/>
        </p:nvSpPr>
        <p:spPr>
          <a:xfrm>
            <a:off x="4036215" y="3371850"/>
            <a:ext cx="775997" cy="5627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FA4C11-BC49-BF04-BA6A-0A4FCF2733C1}"/>
              </a:ext>
            </a:extLst>
          </p:cNvPr>
          <p:cNvSpPr/>
          <p:nvPr/>
        </p:nvSpPr>
        <p:spPr>
          <a:xfrm>
            <a:off x="3215644" y="3339594"/>
            <a:ext cx="850226" cy="59501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23DE33-A196-80A1-5E87-64A46AE5F00D}"/>
              </a:ext>
            </a:extLst>
          </p:cNvPr>
          <p:cNvSpPr/>
          <p:nvPr/>
        </p:nvSpPr>
        <p:spPr>
          <a:xfrm>
            <a:off x="1931329" y="3482372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DD1133-688D-95CA-BCBE-A082D8FBEDA3}"/>
              </a:ext>
            </a:extLst>
          </p:cNvPr>
          <p:cNvSpPr/>
          <p:nvPr/>
        </p:nvSpPr>
        <p:spPr>
          <a:xfrm>
            <a:off x="2772618" y="3457145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DC0A41-D655-BD3D-79E6-72AD317D30F0}"/>
              </a:ext>
            </a:extLst>
          </p:cNvPr>
          <p:cNvSpPr/>
          <p:nvPr/>
        </p:nvSpPr>
        <p:spPr>
          <a:xfrm>
            <a:off x="3406335" y="3447729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F40A8A-B193-8AA7-191D-7C8EE871B0BF}"/>
              </a:ext>
            </a:extLst>
          </p:cNvPr>
          <p:cNvSpPr/>
          <p:nvPr/>
        </p:nvSpPr>
        <p:spPr>
          <a:xfrm>
            <a:off x="4329904" y="3447729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78616E-5295-A934-D6A9-C92D508ADADC}"/>
              </a:ext>
            </a:extLst>
          </p:cNvPr>
          <p:cNvSpPr/>
          <p:nvPr/>
        </p:nvSpPr>
        <p:spPr>
          <a:xfrm>
            <a:off x="4159469" y="4126157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0011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5BAF64-5BA9-428E-39EC-54BC483DED79}"/>
              </a:ext>
            </a:extLst>
          </p:cNvPr>
          <p:cNvSpPr/>
          <p:nvPr/>
        </p:nvSpPr>
        <p:spPr>
          <a:xfrm>
            <a:off x="3508810" y="4126157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2755BD-6DEE-550F-BB81-7ACD9C7CC5E6}"/>
              </a:ext>
            </a:extLst>
          </p:cNvPr>
          <p:cNvSpPr/>
          <p:nvPr/>
        </p:nvSpPr>
        <p:spPr>
          <a:xfrm>
            <a:off x="2727880" y="4119785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8273E8-AA86-0E65-B0C5-D7821BDC47DB}"/>
              </a:ext>
            </a:extLst>
          </p:cNvPr>
          <p:cNvSpPr/>
          <p:nvPr/>
        </p:nvSpPr>
        <p:spPr>
          <a:xfrm>
            <a:off x="2052136" y="413177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Google Shape;2244;p42">
            <a:extLst>
              <a:ext uri="{FF2B5EF4-FFF2-40B4-BE49-F238E27FC236}">
                <a16:creationId xmlns:a16="http://schemas.microsoft.com/office/drawing/2014/main" id="{2B128F3A-3ED0-1CFA-54D4-664C273AE836}"/>
              </a:ext>
            </a:extLst>
          </p:cNvPr>
          <p:cNvSpPr txBox="1">
            <a:spLocks/>
          </p:cNvSpPr>
          <p:nvPr/>
        </p:nvSpPr>
        <p:spPr>
          <a:xfrm>
            <a:off x="3327224" y="1241958"/>
            <a:ext cx="5361312" cy="10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r>
              <a:rPr lang="en-GB" sz="1800" dirty="0"/>
              <a:t>One pair = one “blue” word, </a:t>
            </a:r>
          </a:p>
          <a:p>
            <a:r>
              <a:rPr lang="en-GB" sz="1800" dirty="0"/>
              <a:t>                               and one “yellow” word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D57C47E-52BD-A4CC-A22D-4E8ED04EB15D}"/>
              </a:ext>
            </a:extLst>
          </p:cNvPr>
          <p:cNvSpPr txBox="1">
            <a:spLocks/>
          </p:cNvSpPr>
          <p:nvPr/>
        </p:nvSpPr>
        <p:spPr>
          <a:xfrm>
            <a:off x="1789791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D894FE9C-525D-82CE-A236-07E427CDFDFF}"/>
              </a:ext>
            </a:extLst>
          </p:cNvPr>
          <p:cNvSpPr txBox="1">
            <a:spLocks/>
          </p:cNvSpPr>
          <p:nvPr/>
        </p:nvSpPr>
        <p:spPr>
          <a:xfrm>
            <a:off x="2513635" y="4630496"/>
            <a:ext cx="702009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1</a:t>
            </a:r>
            <a:endParaRPr lang="en-RO" sz="1400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A066486-2441-C4E9-DA7D-F66B843F80F8}"/>
              </a:ext>
            </a:extLst>
          </p:cNvPr>
          <p:cNvSpPr txBox="1">
            <a:spLocks/>
          </p:cNvSpPr>
          <p:nvPr/>
        </p:nvSpPr>
        <p:spPr>
          <a:xfrm>
            <a:off x="3237481" y="4622456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486EFE03-8625-4868-CA6B-BC7420E66C31}"/>
              </a:ext>
            </a:extLst>
          </p:cNvPr>
          <p:cNvSpPr txBox="1">
            <a:spLocks/>
          </p:cNvSpPr>
          <p:nvPr/>
        </p:nvSpPr>
        <p:spPr>
          <a:xfrm>
            <a:off x="4065870" y="4613040"/>
            <a:ext cx="746342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6A34BA-315B-BE52-F35B-8CAF64F3077A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  <a:endParaRPr lang="en-R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E0D681-819F-4AD0-F404-1BAD2077D54E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37F603-10C3-5EF0-01FC-F7A533BA748F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RO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8CF27-17A5-705C-72EA-CCB45F404784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342F8B-6D4F-075C-1341-E8D3016E2408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3BF877-3A7A-E4F1-AE23-A86988F4E4F4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82054A0-A88F-34A9-01E0-6DB01F28BEAF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1942D3-C05F-E815-7C17-23896DA47440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29B2784-F0C9-E83C-8697-8DD41CA61039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41" name="Google Shape;2386;p49">
            <a:extLst>
              <a:ext uri="{FF2B5EF4-FFF2-40B4-BE49-F238E27FC236}">
                <a16:creationId xmlns:a16="http://schemas.microsoft.com/office/drawing/2014/main" id="{725052A3-C978-17CA-7D77-CF670C0101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Refresher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424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DD9D63D-5C62-C37E-60F2-3DC2F7EBCC88}"/>
              </a:ext>
            </a:extLst>
          </p:cNvPr>
          <p:cNvSpPr/>
          <p:nvPr/>
        </p:nvSpPr>
        <p:spPr>
          <a:xfrm>
            <a:off x="1848777" y="4008606"/>
            <a:ext cx="2963435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FBBCF1-A473-9CC6-43E8-7FC514A0EEBB}"/>
              </a:ext>
            </a:extLst>
          </p:cNvPr>
          <p:cNvSpPr/>
          <p:nvPr/>
        </p:nvSpPr>
        <p:spPr>
          <a:xfrm>
            <a:off x="1848777" y="3339594"/>
            <a:ext cx="2963435" cy="6044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FBDC8A-6A4A-12D8-7DA7-B9C96F47B3BB}"/>
              </a:ext>
            </a:extLst>
          </p:cNvPr>
          <p:cNvSpPr/>
          <p:nvPr/>
        </p:nvSpPr>
        <p:spPr>
          <a:xfrm>
            <a:off x="2592747" y="3339594"/>
            <a:ext cx="662930" cy="6044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AFFC6A-DA8F-6CD4-412D-1ADDFC6D6E3C}"/>
              </a:ext>
            </a:extLst>
          </p:cNvPr>
          <p:cNvSpPr/>
          <p:nvPr/>
        </p:nvSpPr>
        <p:spPr>
          <a:xfrm>
            <a:off x="4036215" y="3367088"/>
            <a:ext cx="775997" cy="5675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FA4C11-BC49-BF04-BA6A-0A4FCF2733C1}"/>
              </a:ext>
            </a:extLst>
          </p:cNvPr>
          <p:cNvSpPr/>
          <p:nvPr/>
        </p:nvSpPr>
        <p:spPr>
          <a:xfrm>
            <a:off x="3215644" y="3367088"/>
            <a:ext cx="850226" cy="5675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23DE33-A196-80A1-5E87-64A46AE5F00D}"/>
              </a:ext>
            </a:extLst>
          </p:cNvPr>
          <p:cNvSpPr/>
          <p:nvPr/>
        </p:nvSpPr>
        <p:spPr>
          <a:xfrm>
            <a:off x="1931329" y="3482372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DD1133-688D-95CA-BCBE-A082D8FBEDA3}"/>
              </a:ext>
            </a:extLst>
          </p:cNvPr>
          <p:cNvSpPr/>
          <p:nvPr/>
        </p:nvSpPr>
        <p:spPr>
          <a:xfrm>
            <a:off x="2237747" y="3482371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DC0A41-D655-BD3D-79E6-72AD317D30F0}"/>
              </a:ext>
            </a:extLst>
          </p:cNvPr>
          <p:cNvSpPr/>
          <p:nvPr/>
        </p:nvSpPr>
        <p:spPr>
          <a:xfrm>
            <a:off x="2360835" y="3482363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F40A8A-B193-8AA7-191D-7C8EE871B0BF}"/>
              </a:ext>
            </a:extLst>
          </p:cNvPr>
          <p:cNvSpPr/>
          <p:nvPr/>
        </p:nvSpPr>
        <p:spPr>
          <a:xfrm>
            <a:off x="2640160" y="3482355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78616E-5295-A934-D6A9-C92D508ADADC}"/>
              </a:ext>
            </a:extLst>
          </p:cNvPr>
          <p:cNvSpPr/>
          <p:nvPr/>
        </p:nvSpPr>
        <p:spPr>
          <a:xfrm>
            <a:off x="2324535" y="4134955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0011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5BAF64-5BA9-428E-39EC-54BC483DED79}"/>
              </a:ext>
            </a:extLst>
          </p:cNvPr>
          <p:cNvSpPr/>
          <p:nvPr/>
        </p:nvSpPr>
        <p:spPr>
          <a:xfrm>
            <a:off x="2190085" y="4134885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2755BD-6DEE-550F-BB81-7ACD9C7CC5E6}"/>
              </a:ext>
            </a:extLst>
          </p:cNvPr>
          <p:cNvSpPr/>
          <p:nvPr/>
        </p:nvSpPr>
        <p:spPr>
          <a:xfrm>
            <a:off x="2009297" y="4130865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8273E8-AA86-0E65-B0C5-D7821BDC47DB}"/>
              </a:ext>
            </a:extLst>
          </p:cNvPr>
          <p:cNvSpPr/>
          <p:nvPr/>
        </p:nvSpPr>
        <p:spPr>
          <a:xfrm>
            <a:off x="1907653" y="413432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4" name="Google Shape;2244;p42">
            <a:extLst>
              <a:ext uri="{FF2B5EF4-FFF2-40B4-BE49-F238E27FC236}">
                <a16:creationId xmlns:a16="http://schemas.microsoft.com/office/drawing/2014/main" id="{2B128F3A-3ED0-1CFA-54D4-664C273AE836}"/>
              </a:ext>
            </a:extLst>
          </p:cNvPr>
          <p:cNvSpPr txBox="1">
            <a:spLocks/>
          </p:cNvSpPr>
          <p:nvPr/>
        </p:nvSpPr>
        <p:spPr>
          <a:xfrm>
            <a:off x="3327224" y="1241958"/>
            <a:ext cx="5361312" cy="10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r>
              <a:rPr lang="en-GB" sz="1800" dirty="0"/>
              <a:t>One pair = one “blue” word, </a:t>
            </a:r>
          </a:p>
          <a:p>
            <a:r>
              <a:rPr lang="en-GB" sz="1800" dirty="0"/>
              <a:t>                               and one “yellow” word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D57C47E-52BD-A4CC-A22D-4E8ED04EB15D}"/>
              </a:ext>
            </a:extLst>
          </p:cNvPr>
          <p:cNvSpPr txBox="1">
            <a:spLocks/>
          </p:cNvSpPr>
          <p:nvPr/>
        </p:nvSpPr>
        <p:spPr>
          <a:xfrm>
            <a:off x="1789791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D894FE9C-525D-82CE-A236-07E427CDFDFF}"/>
              </a:ext>
            </a:extLst>
          </p:cNvPr>
          <p:cNvSpPr txBox="1">
            <a:spLocks/>
          </p:cNvSpPr>
          <p:nvPr/>
        </p:nvSpPr>
        <p:spPr>
          <a:xfrm>
            <a:off x="2513635" y="4630496"/>
            <a:ext cx="702009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1</a:t>
            </a:r>
            <a:endParaRPr lang="en-RO" sz="1400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A066486-2441-C4E9-DA7D-F66B843F80F8}"/>
              </a:ext>
            </a:extLst>
          </p:cNvPr>
          <p:cNvSpPr txBox="1">
            <a:spLocks/>
          </p:cNvSpPr>
          <p:nvPr/>
        </p:nvSpPr>
        <p:spPr>
          <a:xfrm>
            <a:off x="3237481" y="4622456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486EFE03-8625-4868-CA6B-BC7420E66C31}"/>
              </a:ext>
            </a:extLst>
          </p:cNvPr>
          <p:cNvSpPr txBox="1">
            <a:spLocks/>
          </p:cNvSpPr>
          <p:nvPr/>
        </p:nvSpPr>
        <p:spPr>
          <a:xfrm>
            <a:off x="4065870" y="4613040"/>
            <a:ext cx="746342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41" name="Google Shape;2244;p42">
            <a:extLst>
              <a:ext uri="{FF2B5EF4-FFF2-40B4-BE49-F238E27FC236}">
                <a16:creationId xmlns:a16="http://schemas.microsoft.com/office/drawing/2014/main" id="{C29DD859-56CE-7AF3-EFD0-95130FF53577}"/>
              </a:ext>
            </a:extLst>
          </p:cNvPr>
          <p:cNvSpPr txBox="1">
            <a:spLocks/>
          </p:cNvSpPr>
          <p:nvPr/>
        </p:nvSpPr>
        <p:spPr>
          <a:xfrm>
            <a:off x="5127450" y="3330178"/>
            <a:ext cx="3034282" cy="10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pPr algn="l"/>
            <a:r>
              <a:rPr lang="en-GB" sz="1800" dirty="0"/>
              <a:t>We can </a:t>
            </a:r>
            <a:r>
              <a:rPr lang="en-GB" sz="1800" i="1" dirty="0"/>
              <a:t>reuse</a:t>
            </a:r>
            <a:r>
              <a:rPr lang="en-GB" sz="1800" b="1" i="1" dirty="0"/>
              <a:t> </a:t>
            </a:r>
            <a:r>
              <a:rPr lang="en-GB" sz="1800" b="1" dirty="0"/>
              <a:t>pairs several times</a:t>
            </a:r>
            <a:endParaRPr lang="en-GB" sz="1800" dirty="0"/>
          </a:p>
        </p:txBody>
      </p:sp>
      <p:sp>
        <p:nvSpPr>
          <p:cNvPr id="2" name="Google Shape;2244;p42">
            <a:extLst>
              <a:ext uri="{FF2B5EF4-FFF2-40B4-BE49-F238E27FC236}">
                <a16:creationId xmlns:a16="http://schemas.microsoft.com/office/drawing/2014/main" id="{7359747D-8CDA-4620-2B86-879F90E981B0}"/>
              </a:ext>
            </a:extLst>
          </p:cNvPr>
          <p:cNvSpPr txBox="1">
            <a:spLocks/>
          </p:cNvSpPr>
          <p:nvPr/>
        </p:nvSpPr>
        <p:spPr>
          <a:xfrm>
            <a:off x="5118630" y="2571750"/>
            <a:ext cx="3902282" cy="10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pPr algn="l"/>
            <a:r>
              <a:rPr lang="en-GB" sz="1800" dirty="0"/>
              <a:t>The blue word concatenation </a:t>
            </a:r>
            <a:r>
              <a:rPr lang="en-GB" sz="1800" b="1" i="1" dirty="0"/>
              <a:t>matches</a:t>
            </a:r>
            <a:r>
              <a:rPr lang="en-GB" sz="1800" i="1" dirty="0"/>
              <a:t> </a:t>
            </a:r>
            <a:r>
              <a:rPr lang="en-GB" sz="1800" b="1" dirty="0"/>
              <a:t>the yellow concatenation</a:t>
            </a:r>
            <a:endParaRPr lang="en-GB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3F9642-2415-FD89-6A73-E1FD642715D0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  <a:endParaRPr lang="en-RO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D75DE-D47A-EAC8-2D87-2D61E79C1850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DEE119-41D3-632F-479C-D8C64E9C9699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R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C2FB9-B651-1A5D-6D47-1F4010A0565F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846B52-D8F5-0871-A4D6-2AB943341D34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0011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64634A-5DB3-2C25-BDCD-C86E280D7C94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D4A2EF5-C11E-8B57-25BA-A7FFFF7EC367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144C82B-5DAA-3F21-2892-4F6A7E47EAD3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FFB9423-E35E-022F-92F8-472E5DD841E6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43" name="Google Shape;2386;p49">
            <a:extLst>
              <a:ext uri="{FF2B5EF4-FFF2-40B4-BE49-F238E27FC236}">
                <a16:creationId xmlns:a16="http://schemas.microsoft.com/office/drawing/2014/main" id="{791A8962-FF73-11BA-6ECF-D26A6DB081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Refresher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323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244;p42">
            <a:extLst>
              <a:ext uri="{FF2B5EF4-FFF2-40B4-BE49-F238E27FC236}">
                <a16:creationId xmlns:a16="http://schemas.microsoft.com/office/drawing/2014/main" id="{2B128F3A-3ED0-1CFA-54D4-664C273AE836}"/>
              </a:ext>
            </a:extLst>
          </p:cNvPr>
          <p:cNvSpPr txBox="1">
            <a:spLocks/>
          </p:cNvSpPr>
          <p:nvPr/>
        </p:nvSpPr>
        <p:spPr>
          <a:xfrm>
            <a:off x="3327224" y="1241958"/>
            <a:ext cx="5361312" cy="10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r>
              <a:rPr lang="en-GB" sz="1800" dirty="0"/>
              <a:t>Solutions must start with “pair 1”</a:t>
            </a:r>
          </a:p>
        </p:txBody>
      </p:sp>
      <p:sp>
        <p:nvSpPr>
          <p:cNvPr id="41" name="Google Shape;2244;p42">
            <a:extLst>
              <a:ext uri="{FF2B5EF4-FFF2-40B4-BE49-F238E27FC236}">
                <a16:creationId xmlns:a16="http://schemas.microsoft.com/office/drawing/2014/main" id="{C29DD859-56CE-7AF3-EFD0-95130FF53577}"/>
              </a:ext>
            </a:extLst>
          </p:cNvPr>
          <p:cNvSpPr txBox="1">
            <a:spLocks/>
          </p:cNvSpPr>
          <p:nvPr/>
        </p:nvSpPr>
        <p:spPr>
          <a:xfrm>
            <a:off x="1902619" y="3679742"/>
            <a:ext cx="4979812" cy="10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pPr algn="l"/>
            <a:r>
              <a:rPr lang="en-GB" sz="1800" b="1" dirty="0">
                <a:solidFill>
                  <a:srgbClr val="FF0000"/>
                </a:solidFill>
              </a:rPr>
              <a:t>No solution </a:t>
            </a:r>
            <a:r>
              <a:rPr lang="en-GB" sz="1800" dirty="0"/>
              <a:t>that starts with pair 1</a:t>
            </a:r>
            <a:endParaRPr lang="en-GB" sz="1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3F9642-2415-FD89-6A73-E1FD642715D0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  <a:endParaRPr lang="en-RO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D75DE-D47A-EAC8-2D87-2D61E79C1850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DEE119-41D3-632F-479C-D8C64E9C9699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R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C2FB9-B651-1A5D-6D47-1F4010A0565F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846B52-D8F5-0871-A4D6-2AB943341D34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0011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64634A-5DB3-2C25-BDCD-C86E280D7C94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D4A2EF5-C11E-8B57-25BA-A7FFFF7EC367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144C82B-5DAA-3F21-2892-4F6A7E47EAD3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FFB9423-E35E-022F-92F8-472E5DD841E6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43" name="Google Shape;2386;p49">
            <a:extLst>
              <a:ext uri="{FF2B5EF4-FFF2-40B4-BE49-F238E27FC236}">
                <a16:creationId xmlns:a16="http://schemas.microsoft.com/office/drawing/2014/main" id="{791A8962-FF73-11BA-6ECF-D26A6DB081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Modified Post’s Correspondence Problem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3117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55D137-6384-99BF-D4E4-B940623B72AD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  <a:endParaRPr lang="en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84CB1-D0D8-8440-FF97-3C8DE77860C3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110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3C320-EB95-7E9B-6EE2-0795DCF07651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</a:t>
            </a:r>
            <a:endParaRPr lang="en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586CE-E493-10FF-DF0C-EE939325BDF9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F2E6C6-E25F-170F-F1D3-F099355104FD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C5EA68-8459-A7EE-87E6-8FA8BB7310FE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ACBBEB-12C0-429F-8AD9-59A4ABB4FE35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9D63D-5C62-C37E-60F2-3DC2F7EBCC88}"/>
              </a:ext>
            </a:extLst>
          </p:cNvPr>
          <p:cNvSpPr/>
          <p:nvPr/>
        </p:nvSpPr>
        <p:spPr>
          <a:xfrm>
            <a:off x="1848778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FBBCF1-A473-9CC6-43E8-7FC514A0EEBB}"/>
              </a:ext>
            </a:extLst>
          </p:cNvPr>
          <p:cNvSpPr/>
          <p:nvPr/>
        </p:nvSpPr>
        <p:spPr>
          <a:xfrm>
            <a:off x="1848778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23DE33-A196-80A1-5E87-64A46AE5F00D}"/>
              </a:ext>
            </a:extLst>
          </p:cNvPr>
          <p:cNvSpPr/>
          <p:nvPr/>
        </p:nvSpPr>
        <p:spPr>
          <a:xfrm>
            <a:off x="1848778" y="3487922"/>
            <a:ext cx="605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110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8273E8-AA86-0E65-B0C5-D7821BDC47DB}"/>
              </a:ext>
            </a:extLst>
          </p:cNvPr>
          <p:cNvSpPr/>
          <p:nvPr/>
        </p:nvSpPr>
        <p:spPr>
          <a:xfrm>
            <a:off x="1848777" y="4133374"/>
            <a:ext cx="6648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11</a:t>
            </a:r>
            <a:endParaRPr lang="en-RO" dirty="0">
              <a:solidFill>
                <a:schemeClr val="bg1"/>
              </a:solidFill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94C67B86-D42B-88A1-B955-36A79BC9A47E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E48BE6E-2F64-7151-AA3A-4AAF4DE6FF0E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D57C47E-52BD-A4CC-A22D-4E8ED04EB15D}"/>
              </a:ext>
            </a:extLst>
          </p:cNvPr>
          <p:cNvSpPr txBox="1">
            <a:spLocks/>
          </p:cNvSpPr>
          <p:nvPr/>
        </p:nvSpPr>
        <p:spPr>
          <a:xfrm>
            <a:off x="1789791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1</a:t>
            </a:r>
            <a:endParaRPr lang="en-RO" sz="1400" dirty="0"/>
          </a:p>
        </p:txBody>
      </p:sp>
      <p:sp>
        <p:nvSpPr>
          <p:cNvPr id="4" name="Google Shape;2386;p49">
            <a:extLst>
              <a:ext uri="{FF2B5EF4-FFF2-40B4-BE49-F238E27FC236}">
                <a16:creationId xmlns:a16="http://schemas.microsoft.com/office/drawing/2014/main" id="{A8AE32BC-80A8-A002-9CDB-24680D376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Modified Post’s Correspondence Problem (2)</a:t>
            </a:r>
            <a:endParaRPr lang="en-US" sz="2800" dirty="0"/>
          </a:p>
        </p:txBody>
      </p:sp>
      <p:sp>
        <p:nvSpPr>
          <p:cNvPr id="12" name="Google Shape;2244;p42">
            <a:extLst>
              <a:ext uri="{FF2B5EF4-FFF2-40B4-BE49-F238E27FC236}">
                <a16:creationId xmlns:a16="http://schemas.microsoft.com/office/drawing/2014/main" id="{726EEE1E-1494-6AF5-EAEE-50EDF68840DC}"/>
              </a:ext>
            </a:extLst>
          </p:cNvPr>
          <p:cNvSpPr txBox="1">
            <a:spLocks/>
          </p:cNvSpPr>
          <p:nvPr/>
        </p:nvSpPr>
        <p:spPr>
          <a:xfrm>
            <a:off x="3327224" y="1241958"/>
            <a:ext cx="5361312" cy="10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r>
              <a:rPr lang="en-GB" sz="1800" dirty="0"/>
              <a:t>Solutions must start with “pair 1”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B5EE2F-7EC6-7A30-68BC-D42FAD4B6E34}"/>
              </a:ext>
            </a:extLst>
          </p:cNvPr>
          <p:cNvSpPr/>
          <p:nvPr/>
        </p:nvSpPr>
        <p:spPr>
          <a:xfrm>
            <a:off x="2762014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60678D-0E78-ACB6-7DFA-E9740B56248C}"/>
              </a:ext>
            </a:extLst>
          </p:cNvPr>
          <p:cNvSpPr/>
          <p:nvPr/>
        </p:nvSpPr>
        <p:spPr>
          <a:xfrm>
            <a:off x="2762014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F8885-80A8-9354-CC17-61449532BB77}"/>
              </a:ext>
            </a:extLst>
          </p:cNvPr>
          <p:cNvSpPr/>
          <p:nvPr/>
        </p:nvSpPr>
        <p:spPr>
          <a:xfrm>
            <a:off x="2762014" y="3487922"/>
            <a:ext cx="605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2F16B7-E80D-838C-4919-5E1A46CB8836}"/>
              </a:ext>
            </a:extLst>
          </p:cNvPr>
          <p:cNvSpPr/>
          <p:nvPr/>
        </p:nvSpPr>
        <p:spPr>
          <a:xfrm>
            <a:off x="2762013" y="4133374"/>
            <a:ext cx="6648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00</a:t>
            </a:r>
            <a:endParaRPr lang="en-RO" dirty="0">
              <a:solidFill>
                <a:schemeClr val="bg1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FB479F2-16B8-EE25-1507-11F53055FF24}"/>
              </a:ext>
            </a:extLst>
          </p:cNvPr>
          <p:cNvSpPr txBox="1">
            <a:spLocks/>
          </p:cNvSpPr>
          <p:nvPr/>
        </p:nvSpPr>
        <p:spPr>
          <a:xfrm>
            <a:off x="2703027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3</a:t>
            </a:r>
            <a:endParaRPr lang="en-RO"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C0521AF-DD1B-7D7F-142C-1A738D4B2C42}"/>
              </a:ext>
            </a:extLst>
          </p:cNvPr>
          <p:cNvSpPr/>
          <p:nvPr/>
        </p:nvSpPr>
        <p:spPr>
          <a:xfrm>
            <a:off x="3675248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285424F-57E3-C771-50E6-323552B1B3B0}"/>
              </a:ext>
            </a:extLst>
          </p:cNvPr>
          <p:cNvSpPr/>
          <p:nvPr/>
        </p:nvSpPr>
        <p:spPr>
          <a:xfrm>
            <a:off x="3675248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72CC1F-C83B-6E61-21F8-2C447B97A822}"/>
              </a:ext>
            </a:extLst>
          </p:cNvPr>
          <p:cNvSpPr/>
          <p:nvPr/>
        </p:nvSpPr>
        <p:spPr>
          <a:xfrm>
            <a:off x="3675248" y="3487922"/>
            <a:ext cx="605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110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E6BEB5-E1CC-DCEB-9A34-2A3DEA8A5AD0}"/>
              </a:ext>
            </a:extLst>
          </p:cNvPr>
          <p:cNvSpPr/>
          <p:nvPr/>
        </p:nvSpPr>
        <p:spPr>
          <a:xfrm>
            <a:off x="3675247" y="4133374"/>
            <a:ext cx="6648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11</a:t>
            </a:r>
            <a:endParaRPr lang="en-RO" dirty="0">
              <a:solidFill>
                <a:schemeClr val="bg1"/>
              </a:solidFill>
            </a:endParaRP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1E9B142E-4191-1398-C071-1D5E930BF634}"/>
              </a:ext>
            </a:extLst>
          </p:cNvPr>
          <p:cNvSpPr txBox="1">
            <a:spLocks/>
          </p:cNvSpPr>
          <p:nvPr/>
        </p:nvSpPr>
        <p:spPr>
          <a:xfrm>
            <a:off x="3616261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1</a:t>
            </a:r>
            <a:endParaRPr lang="en-RO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64C8D91-BB1E-BE18-CE1F-30ACAFF2AB22}"/>
              </a:ext>
            </a:extLst>
          </p:cNvPr>
          <p:cNvSpPr/>
          <p:nvPr/>
        </p:nvSpPr>
        <p:spPr>
          <a:xfrm>
            <a:off x="4529495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6F01B54-13C2-8984-0C83-10E6A0E408A2}"/>
              </a:ext>
            </a:extLst>
          </p:cNvPr>
          <p:cNvSpPr/>
          <p:nvPr/>
        </p:nvSpPr>
        <p:spPr>
          <a:xfrm>
            <a:off x="4529495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29BDBDD-2338-AD1C-CA1F-C6B5880C987B}"/>
              </a:ext>
            </a:extLst>
          </p:cNvPr>
          <p:cNvSpPr/>
          <p:nvPr/>
        </p:nvSpPr>
        <p:spPr>
          <a:xfrm>
            <a:off x="4529495" y="3487922"/>
            <a:ext cx="605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7F8E8A-0CF7-BFA7-53D5-7A6645307B9C}"/>
              </a:ext>
            </a:extLst>
          </p:cNvPr>
          <p:cNvSpPr/>
          <p:nvPr/>
        </p:nvSpPr>
        <p:spPr>
          <a:xfrm>
            <a:off x="4529494" y="4133374"/>
            <a:ext cx="6648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100</a:t>
            </a:r>
            <a:endParaRPr lang="en-RO" dirty="0">
              <a:solidFill>
                <a:schemeClr val="bg1"/>
              </a:solidFill>
            </a:endParaRP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6876C6F5-DC04-FCC7-455E-B1B390605B80}"/>
              </a:ext>
            </a:extLst>
          </p:cNvPr>
          <p:cNvSpPr txBox="1">
            <a:spLocks/>
          </p:cNvSpPr>
          <p:nvPr/>
        </p:nvSpPr>
        <p:spPr>
          <a:xfrm>
            <a:off x="4470508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</p:spTree>
    <p:extLst>
      <p:ext uri="{BB962C8B-B14F-4D97-AF65-F5344CB8AC3E}">
        <p14:creationId xmlns:p14="http://schemas.microsoft.com/office/powerpoint/2010/main" val="49854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6" grpId="0"/>
      <p:bldP spid="33" grpId="0"/>
      <p:bldP spid="37" grpId="0"/>
      <p:bldP spid="49" grpId="0" animBg="1"/>
      <p:bldP spid="50" grpId="0" animBg="1"/>
      <p:bldP spid="51" grpId="0"/>
      <p:bldP spid="52" grpId="0"/>
      <p:bldP spid="53" grpId="0"/>
      <p:bldP spid="54" grpId="0" animBg="1"/>
      <p:bldP spid="55" grpId="0" animBg="1"/>
      <p:bldP spid="56" grpId="0"/>
      <p:bldP spid="57" grpId="0"/>
      <p:bldP spid="58" grpId="0"/>
      <p:bldP spid="63" grpId="0" animBg="1"/>
      <p:bldP spid="64" grpId="0" animBg="1"/>
      <p:bldP spid="65" grpId="0"/>
      <p:bldP spid="66" grpId="0"/>
      <p:bldP spid="6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" name="Google Shape;2244;p42">
                <a:extLst>
                  <a:ext uri="{FF2B5EF4-FFF2-40B4-BE49-F238E27FC236}">
                    <a16:creationId xmlns:a16="http://schemas.microsoft.com/office/drawing/2014/main" id="{C29DD859-56CE-7AF3-EFD0-95130FF535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8399" y="1706580"/>
                <a:ext cx="3081210" cy="1018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HALT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MPCP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1" name="Google Shape;2244;p42">
                <a:extLst>
                  <a:ext uri="{FF2B5EF4-FFF2-40B4-BE49-F238E27FC236}">
                    <a16:creationId xmlns:a16="http://schemas.microsoft.com/office/drawing/2014/main" id="{C29DD859-56CE-7AF3-EFD0-95130FF53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399" y="1706580"/>
                <a:ext cx="3081210" cy="1018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oogle Shape;2386;p49">
                <a:extLst>
                  <a:ext uri="{FF2B5EF4-FFF2-40B4-BE49-F238E27FC236}">
                    <a16:creationId xmlns:a16="http://schemas.microsoft.com/office/drawing/2014/main" id="{791A8962-FF73-11BA-6ECF-D26A6DB08117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PCP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Google Shape;2386;p49">
                <a:extLst>
                  <a:ext uri="{FF2B5EF4-FFF2-40B4-BE49-F238E27FC236}">
                    <a16:creationId xmlns:a16="http://schemas.microsoft.com/office/drawing/2014/main" id="{791A8962-FF73-11BA-6ECF-D26A6DB0811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244;p42">
                <a:extLst>
                  <a:ext uri="{FF2B5EF4-FFF2-40B4-BE49-F238E27FC236}">
                    <a16:creationId xmlns:a16="http://schemas.microsoft.com/office/drawing/2014/main" id="{0A618DF7-89E4-517B-244A-1FEFAA8426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1690" y="3059567"/>
                <a:ext cx="2934627" cy="1018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MPCP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PCP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" name="Google Shape;2244;p42">
                <a:extLst>
                  <a:ext uri="{FF2B5EF4-FFF2-40B4-BE49-F238E27FC236}">
                    <a16:creationId xmlns:a16="http://schemas.microsoft.com/office/drawing/2014/main" id="{0A618DF7-89E4-517B-244A-1FEFAA842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90" y="3059567"/>
                <a:ext cx="2934627" cy="10187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244;p42">
                <a:extLst>
                  <a:ext uri="{FF2B5EF4-FFF2-40B4-BE49-F238E27FC236}">
                    <a16:creationId xmlns:a16="http://schemas.microsoft.com/office/drawing/2014/main" id="{0C89F118-55E7-1859-1982-FCDBDE9AA4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59777" y="2457197"/>
                <a:ext cx="3081210" cy="1018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400"/>
                  <a:buFont typeface="Karla Regular"/>
                  <a:buNone/>
                  <a:defRPr sz="34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HALT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PCP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Google Shape;2244;p42">
                <a:extLst>
                  <a:ext uri="{FF2B5EF4-FFF2-40B4-BE49-F238E27FC236}">
                    <a16:creationId xmlns:a16="http://schemas.microsoft.com/office/drawing/2014/main" id="{0C89F118-55E7-1859-1982-FCDBDE9AA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77" y="2457197"/>
                <a:ext cx="3081210" cy="10187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FEDD8FAA-9B50-5C76-8C38-9D8AD84491CB}"/>
              </a:ext>
            </a:extLst>
          </p:cNvPr>
          <p:cNvSpPr/>
          <p:nvPr/>
        </p:nvSpPr>
        <p:spPr>
          <a:xfrm>
            <a:off x="4572000" y="1954442"/>
            <a:ext cx="355386" cy="189162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37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" grpId="0"/>
      <p:bldP spid="5" grpId="0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8C8E4798-73D5-54DE-5CDE-B245F1B2EB0F}"/>
              </a:ext>
            </a:extLst>
          </p:cNvPr>
          <p:cNvGraphicFramePr>
            <a:graphicFrameLocks noGrp="1"/>
          </p:cNvGraphicFramePr>
          <p:nvPr/>
        </p:nvGraphicFramePr>
        <p:xfrm>
          <a:off x="-2410976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6979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A2012B25-3155-1052-1B3F-772FFB15AFA6}"/>
              </a:ext>
            </a:extLst>
          </p:cNvPr>
          <p:cNvGrpSpPr/>
          <p:nvPr/>
        </p:nvGrpSpPr>
        <p:grpSpPr>
          <a:xfrm>
            <a:off x="3385524" y="1379055"/>
            <a:ext cx="826935" cy="1968444"/>
            <a:chOff x="3363401" y="1840231"/>
            <a:chExt cx="826935" cy="196844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B82DE1B-434B-5856-6302-060EEC18D1DF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q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54B301-6F43-0BCB-F658-9D7A213D0752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4414DDC-7B36-DC5B-8DBE-1C74F3828588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Google Shape;2371;p48">
            <a:extLst>
              <a:ext uri="{FF2B5EF4-FFF2-40B4-BE49-F238E27FC236}">
                <a16:creationId xmlns:a16="http://schemas.microsoft.com/office/drawing/2014/main" id="{E9847CDE-A6E8-8790-A719-3578F68CA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Configurations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70F21F-71E1-2E9A-5C51-2F9DF90966E4}"/>
              </a:ext>
            </a:extLst>
          </p:cNvPr>
          <p:cNvSpPr txBox="1"/>
          <p:nvPr/>
        </p:nvSpPr>
        <p:spPr>
          <a:xfrm>
            <a:off x="720000" y="3925548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(100, 1101,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147B8-96F8-1DB2-61D4-713B8143D46A}"/>
              </a:ext>
            </a:extLst>
          </p:cNvPr>
          <p:cNvSpPr txBox="1"/>
          <p:nvPr/>
        </p:nvSpPr>
        <p:spPr>
          <a:xfrm>
            <a:off x="5640236" y="2668445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F027A-C01D-0A03-0D6C-D07488B1D1E2}"/>
              </a:ext>
            </a:extLst>
          </p:cNvPr>
          <p:cNvSpPr txBox="1"/>
          <p:nvPr/>
        </p:nvSpPr>
        <p:spPr>
          <a:xfrm>
            <a:off x="4901766" y="2675861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EB849B-3165-F52D-E994-0B0C6D35314D}"/>
              </a:ext>
            </a:extLst>
          </p:cNvPr>
          <p:cNvSpPr txBox="1"/>
          <p:nvPr/>
        </p:nvSpPr>
        <p:spPr>
          <a:xfrm>
            <a:off x="4176637" y="2683277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A7A6-C781-1044-1E08-11807097E50A}"/>
              </a:ext>
            </a:extLst>
          </p:cNvPr>
          <p:cNvSpPr txBox="1"/>
          <p:nvPr/>
        </p:nvSpPr>
        <p:spPr>
          <a:xfrm>
            <a:off x="3437655" y="2668445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CC697-7475-FB3C-41C8-F57C1FCF7A5E}"/>
              </a:ext>
            </a:extLst>
          </p:cNvPr>
          <p:cNvSpPr txBox="1"/>
          <p:nvPr/>
        </p:nvSpPr>
        <p:spPr>
          <a:xfrm>
            <a:off x="6373813" y="2668445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C74707-0F15-0479-99DE-6FF6F8DE3659}"/>
              </a:ext>
            </a:extLst>
          </p:cNvPr>
          <p:cNvSpPr txBox="1"/>
          <p:nvPr/>
        </p:nvSpPr>
        <p:spPr>
          <a:xfrm>
            <a:off x="7096484" y="2668445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5A37D2-EF30-DA38-6AD5-408F2160BB90}"/>
              </a:ext>
            </a:extLst>
          </p:cNvPr>
          <p:cNvSpPr txBox="1"/>
          <p:nvPr/>
        </p:nvSpPr>
        <p:spPr>
          <a:xfrm>
            <a:off x="5640236" y="1478901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2F0E6C-2B2E-9E87-2014-1DF0F5F5812B}"/>
              </a:ext>
            </a:extLst>
          </p:cNvPr>
          <p:cNvSpPr txBox="1"/>
          <p:nvPr/>
        </p:nvSpPr>
        <p:spPr>
          <a:xfrm>
            <a:off x="7831154" y="2683277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538C0-70D7-69D5-1FB5-063A61724F94}"/>
              </a:ext>
            </a:extLst>
          </p:cNvPr>
          <p:cNvSpPr txBox="1"/>
          <p:nvPr/>
        </p:nvSpPr>
        <p:spPr>
          <a:xfrm>
            <a:off x="849825" y="3925548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100</a:t>
            </a:r>
            <a:r>
              <a:rPr lang="en-US" sz="2800" b="1" dirty="0"/>
              <a:t>q</a:t>
            </a:r>
            <a:r>
              <a:rPr lang="en-US" sz="2800" dirty="0"/>
              <a:t>1101</a:t>
            </a:r>
          </a:p>
        </p:txBody>
      </p:sp>
    </p:spTree>
    <p:extLst>
      <p:ext uri="{BB962C8B-B14F-4D97-AF65-F5344CB8AC3E}">
        <p14:creationId xmlns:p14="http://schemas.microsoft.com/office/powerpoint/2010/main" val="203946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09877E-6 L 0.0783 -0.0003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3 -0.00031 L 0.1592 0.00123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2 0.00123 L 0.24271 0.00123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8.64198E-7 L -0.07274 0.2432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46" y="1216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44444E-6 L -0.01389 0.2435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4" y="1216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4568E-6 L -0.13038 0.2447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28" y="1222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44444E-6 L -0.1684 0.2447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20" y="12222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44444E-6 L -0.22518 0.2447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67" y="1222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44444E-6 L -0.28472 0.2447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36" y="12222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60494E-6 L -0.05781 0.47593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9" y="23796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8.64198E-7 L -0.34253 0.2416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35" y="120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8" grpId="0"/>
      <p:bldP spid="18" grpId="1"/>
      <p:bldP spid="18" grpId="2"/>
      <p:bldP spid="19" grpId="0"/>
      <p:bldP spid="19" grpId="1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992845" y="704055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1001,</a:t>
                </a:r>
                <a:r>
                  <a:rPr lang="en-US" sz="2800" b="1" dirty="0"/>
                  <a:t> q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45" y="704055"/>
                <a:ext cx="2192807" cy="523220"/>
              </a:xfrm>
              <a:prstGeom prst="rect">
                <a:avLst/>
              </a:prstGeom>
              <a:blipFill>
                <a:blip r:embed="rId3"/>
                <a:stretch>
                  <a:fillRect l="-58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E17AF5B-F08A-F7DD-C51B-83DED1F0BA73}"/>
              </a:ext>
            </a:extLst>
          </p:cNvPr>
          <p:cNvSpPr txBox="1"/>
          <p:nvPr/>
        </p:nvSpPr>
        <p:spPr>
          <a:xfrm>
            <a:off x="992845" y="1335803"/>
            <a:ext cx="2765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(1, 001,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4F251-2D06-4C4D-E8B5-9B4A65ADC7C8}"/>
              </a:ext>
            </a:extLst>
          </p:cNvPr>
          <p:cNvSpPr txBox="1"/>
          <p:nvPr/>
        </p:nvSpPr>
        <p:spPr>
          <a:xfrm>
            <a:off x="992845" y="1974441"/>
            <a:ext cx="2765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(10, 01,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66E59-F9F9-FB6C-C3E6-803ED10B8028}"/>
              </a:ext>
            </a:extLst>
          </p:cNvPr>
          <p:cNvSpPr txBox="1"/>
          <p:nvPr/>
        </p:nvSpPr>
        <p:spPr>
          <a:xfrm>
            <a:off x="992844" y="2613079"/>
            <a:ext cx="2765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(100, 1,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AE84E3-6F95-4DD8-48CC-9AD361078883}"/>
                  </a:ext>
                </a:extLst>
              </p:cNvPr>
              <p:cNvSpPr txBox="1"/>
              <p:nvPr/>
            </p:nvSpPr>
            <p:spPr>
              <a:xfrm>
                <a:off x="992844" y="3262827"/>
                <a:ext cx="27653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(1001,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q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AE84E3-6F95-4DD8-48CC-9AD361078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44" y="3262827"/>
                <a:ext cx="2765323" cy="523220"/>
              </a:xfrm>
              <a:prstGeom prst="rect">
                <a:avLst/>
              </a:prstGeom>
              <a:blipFill>
                <a:blip r:embed="rId4"/>
                <a:stretch>
                  <a:fillRect l="-4636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98BE00-A046-BEA1-E12E-7CCE531B40AB}"/>
                  </a:ext>
                </a:extLst>
              </p:cNvPr>
              <p:cNvSpPr txBox="1"/>
              <p:nvPr/>
            </p:nvSpPr>
            <p:spPr>
              <a:xfrm>
                <a:off x="992844" y="3883465"/>
                <a:ext cx="32004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(100, 1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r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98BE00-A046-BEA1-E12E-7CCE531B4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44" y="3883465"/>
                <a:ext cx="3200401" cy="523220"/>
              </a:xfrm>
              <a:prstGeom prst="rect">
                <a:avLst/>
              </a:prstGeom>
              <a:blipFill>
                <a:blip r:embed="rId5"/>
                <a:stretch>
                  <a:fillRect l="-400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B81FC8-AF64-CC63-BEA2-3C80E8B962B4}"/>
                  </a:ext>
                </a:extLst>
              </p:cNvPr>
              <p:cNvSpPr txBox="1"/>
              <p:nvPr/>
            </p:nvSpPr>
            <p:spPr>
              <a:xfrm>
                <a:off x="5385834" y="704055"/>
                <a:ext cx="2298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(10, 00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r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B81FC8-AF64-CC63-BEA2-3C80E8B96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4" y="704055"/>
                <a:ext cx="2298717" cy="523220"/>
              </a:xfrm>
              <a:prstGeom prst="rect">
                <a:avLst/>
              </a:prstGeom>
              <a:blipFill>
                <a:blip r:embed="rId6"/>
                <a:stretch>
                  <a:fillRect l="-557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2410A4-2E31-40FE-5CB1-B4144305DFB9}"/>
                  </a:ext>
                </a:extLst>
              </p:cNvPr>
              <p:cNvSpPr txBox="1"/>
              <p:nvPr/>
            </p:nvSpPr>
            <p:spPr>
              <a:xfrm>
                <a:off x="5385834" y="1339891"/>
                <a:ext cx="31031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(1, 010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s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2410A4-2E31-40FE-5CB1-B4144305D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4" y="1339891"/>
                <a:ext cx="3103123" cy="523220"/>
              </a:xfrm>
              <a:prstGeom prst="rect">
                <a:avLst/>
              </a:prstGeom>
              <a:blipFill>
                <a:blip r:embed="rId7"/>
                <a:stretch>
                  <a:fillRect l="-4126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AA5194-E15C-7C9E-5AC1-E46807106356}"/>
                  </a:ext>
                </a:extLst>
              </p:cNvPr>
              <p:cNvSpPr txBox="1"/>
              <p:nvPr/>
            </p:nvSpPr>
            <p:spPr>
              <a:xfrm>
                <a:off x="5388296" y="1978529"/>
                <a:ext cx="34132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1010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s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AA5194-E15C-7C9E-5AC1-E46807106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296" y="1978529"/>
                <a:ext cx="3413235" cy="523220"/>
              </a:xfrm>
              <a:prstGeom prst="rect">
                <a:avLst/>
              </a:prstGeom>
              <a:blipFill>
                <a:blip r:embed="rId8"/>
                <a:stretch>
                  <a:fillRect l="-375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9E69DD-E562-043C-2101-BFF63EBD8C51}"/>
                  </a:ext>
                </a:extLst>
              </p:cNvPr>
              <p:cNvSpPr txBox="1"/>
              <p:nvPr/>
            </p:nvSpPr>
            <p:spPr>
              <a:xfrm>
                <a:off x="5385834" y="2628277"/>
                <a:ext cx="27118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  <m:r>
                      <a:rPr lang="en-US" sz="2800" i="1">
                        <a:latin typeface="Cambria Math" panose="02040503050406030204" pitchFamily="18" charset="0"/>
                        <a:sym typeface="Karla"/>
                      </a:rPr>
                      <m:t> </m:t>
                    </m:r>
                  </m:oMath>
                </a14:m>
                <a:r>
                  <a:rPr lang="en-US" sz="2800" dirty="0"/>
                  <a:t>1010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s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9E69DD-E562-043C-2101-BFF63EBD8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4" y="2628277"/>
                <a:ext cx="2711860" cy="523220"/>
              </a:xfrm>
              <a:prstGeom prst="rect">
                <a:avLst/>
              </a:prstGeom>
              <a:blipFill>
                <a:blip r:embed="rId9"/>
                <a:stretch>
                  <a:fillRect l="-4730" t="-11628" r="-2252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A1C495-1BEA-FCB2-262B-D321154DFB2F}"/>
                  </a:ext>
                </a:extLst>
              </p:cNvPr>
              <p:cNvSpPr txBox="1"/>
              <p:nvPr/>
            </p:nvSpPr>
            <p:spPr>
              <a:xfrm>
                <a:off x="5385834" y="3226205"/>
                <a:ext cx="32114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 1010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H</a:t>
                </a:r>
                <a:r>
                  <a:rPr lang="en-US" sz="2800" dirty="0"/>
                  <a:t>)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A1C495-1BEA-FCB2-262B-D321154DF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4" y="3226205"/>
                <a:ext cx="3211462" cy="523220"/>
              </a:xfrm>
              <a:prstGeom prst="rect">
                <a:avLst/>
              </a:prstGeom>
              <a:blipFill>
                <a:blip r:embed="rId10"/>
                <a:stretch>
                  <a:fillRect l="-3992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97AC1DA-5082-0637-E671-0423BC607968}"/>
              </a:ext>
            </a:extLst>
          </p:cNvPr>
          <p:cNvSpPr txBox="1"/>
          <p:nvPr/>
        </p:nvSpPr>
        <p:spPr>
          <a:xfrm>
            <a:off x="992845" y="686055"/>
            <a:ext cx="2192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q</a:t>
            </a:r>
            <a:r>
              <a:rPr lang="en-US" sz="2800" dirty="0"/>
              <a:t>1001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0ED5F-9178-C500-343D-38ACAEF42ABB}"/>
              </a:ext>
            </a:extLst>
          </p:cNvPr>
          <p:cNvSpPr txBox="1"/>
          <p:nvPr/>
        </p:nvSpPr>
        <p:spPr>
          <a:xfrm>
            <a:off x="992845" y="1339832"/>
            <a:ext cx="2192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</a:t>
            </a:r>
            <a:r>
              <a:rPr lang="en-US" sz="2800" b="1" dirty="0"/>
              <a:t>q</a:t>
            </a:r>
            <a:r>
              <a:rPr lang="en-US" sz="2800" dirty="0"/>
              <a:t>001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41A10-A3F2-B3CC-15EB-8D4DFF7AABDE}"/>
              </a:ext>
            </a:extLst>
          </p:cNvPr>
          <p:cNvSpPr txBox="1"/>
          <p:nvPr/>
        </p:nvSpPr>
        <p:spPr>
          <a:xfrm>
            <a:off x="992845" y="1992441"/>
            <a:ext cx="2192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10</a:t>
            </a:r>
            <a:r>
              <a:rPr lang="en-US" sz="2800" b="1" dirty="0"/>
              <a:t>q</a:t>
            </a:r>
            <a:r>
              <a:rPr lang="en-US" sz="2800" dirty="0"/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00B357-9788-70D9-D649-BB08739263B8}"/>
              </a:ext>
            </a:extLst>
          </p:cNvPr>
          <p:cNvSpPr txBox="1"/>
          <p:nvPr/>
        </p:nvSpPr>
        <p:spPr>
          <a:xfrm>
            <a:off x="1046306" y="2621443"/>
            <a:ext cx="2192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100</a:t>
            </a:r>
            <a:r>
              <a:rPr lang="en-US" sz="2800" b="1" dirty="0"/>
              <a:t>q</a:t>
            </a:r>
            <a:r>
              <a:rPr lang="en-US" sz="28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E1AB3D-4D81-B032-CA2C-ABFF4277C5C4}"/>
                  </a:ext>
                </a:extLst>
              </p:cNvPr>
              <p:cNvSpPr txBox="1"/>
              <p:nvPr/>
            </p:nvSpPr>
            <p:spPr>
              <a:xfrm>
                <a:off x="992844" y="3262827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1001</a:t>
                </a:r>
                <a:r>
                  <a:rPr lang="en-US" sz="2800" b="1" dirty="0"/>
                  <a:t>q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E1AB3D-4D81-B032-CA2C-ABFF4277C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44" y="3262827"/>
                <a:ext cx="2192807" cy="523220"/>
              </a:xfrm>
              <a:prstGeom prst="rect">
                <a:avLst/>
              </a:prstGeom>
              <a:blipFill>
                <a:blip r:embed="rId11"/>
                <a:stretch>
                  <a:fillRect l="-58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556EA9-9B97-5659-3E18-BB9655904A53}"/>
                  </a:ext>
                </a:extLst>
              </p:cNvPr>
              <p:cNvSpPr txBox="1"/>
              <p:nvPr/>
            </p:nvSpPr>
            <p:spPr>
              <a:xfrm>
                <a:off x="1046306" y="3883902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100</a:t>
                </a:r>
                <a:r>
                  <a:rPr lang="en-US" sz="2800" b="1" dirty="0"/>
                  <a:t>r</a:t>
                </a:r>
                <a:r>
                  <a:rPr lang="en-US" sz="2800" dirty="0"/>
                  <a:t>1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556EA9-9B97-5659-3E18-BB9655904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06" y="3883902"/>
                <a:ext cx="2192807" cy="523220"/>
              </a:xfrm>
              <a:prstGeom prst="rect">
                <a:avLst/>
              </a:prstGeom>
              <a:blipFill>
                <a:blip r:embed="rId12"/>
                <a:stretch>
                  <a:fillRect l="-585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765560-CED7-ED2B-A1F7-305420020121}"/>
                  </a:ext>
                </a:extLst>
              </p:cNvPr>
              <p:cNvSpPr txBox="1"/>
              <p:nvPr/>
            </p:nvSpPr>
            <p:spPr>
              <a:xfrm>
                <a:off x="5369360" y="749911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10</a:t>
                </a:r>
                <a:r>
                  <a:rPr lang="en-US" sz="2800" b="1" dirty="0"/>
                  <a:t>r</a:t>
                </a:r>
                <a:r>
                  <a:rPr lang="en-US" sz="2800" dirty="0"/>
                  <a:t>00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765560-CED7-ED2B-A1F7-305420020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360" y="749911"/>
                <a:ext cx="2192807" cy="523220"/>
              </a:xfrm>
              <a:prstGeom prst="rect">
                <a:avLst/>
              </a:prstGeom>
              <a:blipFill>
                <a:blip r:embed="rId13"/>
                <a:stretch>
                  <a:fillRect l="-58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CE4E7B-BC76-2F00-008E-FEA17DECD4D0}"/>
                  </a:ext>
                </a:extLst>
              </p:cNvPr>
              <p:cNvSpPr txBox="1"/>
              <p:nvPr/>
            </p:nvSpPr>
            <p:spPr>
              <a:xfrm>
                <a:off x="5369361" y="1343610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1</a:t>
                </a:r>
                <a:r>
                  <a:rPr lang="en-US" sz="2800" b="1" dirty="0"/>
                  <a:t>s</a:t>
                </a:r>
                <a:r>
                  <a:rPr lang="en-US" sz="2800" dirty="0"/>
                  <a:t>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CE4E7B-BC76-2F00-008E-FEA17DECD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361" y="1343610"/>
                <a:ext cx="2192807" cy="523220"/>
              </a:xfrm>
              <a:prstGeom prst="rect">
                <a:avLst/>
              </a:prstGeom>
              <a:blipFill>
                <a:blip r:embed="rId14"/>
                <a:stretch>
                  <a:fillRect l="-58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1CB714-893D-267F-840F-63855769E5EE}"/>
                  </a:ext>
                </a:extLst>
              </p:cNvPr>
              <p:cNvSpPr txBox="1"/>
              <p:nvPr/>
            </p:nvSpPr>
            <p:spPr>
              <a:xfrm>
                <a:off x="5369362" y="1963729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s</a:t>
                </a:r>
                <a:r>
                  <a:rPr lang="en-US" sz="2800" dirty="0"/>
                  <a:t>1010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1CB714-893D-267F-840F-63855769E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362" y="1963729"/>
                <a:ext cx="2192807" cy="523220"/>
              </a:xfrm>
              <a:prstGeom prst="rect">
                <a:avLst/>
              </a:prstGeom>
              <a:blipFill>
                <a:blip r:embed="rId15"/>
                <a:stretch>
                  <a:fillRect l="-58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AD5F50-363D-DAE5-1845-32E8794AFCD6}"/>
                  </a:ext>
                </a:extLst>
              </p:cNvPr>
              <p:cNvSpPr txBox="1"/>
              <p:nvPr/>
            </p:nvSpPr>
            <p:spPr>
              <a:xfrm>
                <a:off x="5385833" y="2627908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s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1010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AD5F50-363D-DAE5-1845-32E8794A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3" y="2627908"/>
                <a:ext cx="2192807" cy="523220"/>
              </a:xfrm>
              <a:prstGeom prst="rect">
                <a:avLst/>
              </a:prstGeom>
              <a:blipFill>
                <a:blip r:embed="rId16"/>
                <a:stretch>
                  <a:fillRect l="-585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5AD217-4837-FA4B-23FB-B5BE8A9E0E97}"/>
                  </a:ext>
                </a:extLst>
              </p:cNvPr>
              <p:cNvSpPr txBox="1"/>
              <p:nvPr/>
            </p:nvSpPr>
            <p:spPr>
              <a:xfrm>
                <a:off x="5385832" y="3262827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H</a:t>
                </a:r>
                <a:r>
                  <a:rPr lang="en-US" sz="2800" dirty="0"/>
                  <a:t>1010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5AD217-4837-FA4B-23FB-B5BE8A9E0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2" y="3262827"/>
                <a:ext cx="2192807" cy="523220"/>
              </a:xfrm>
              <a:prstGeom prst="rect">
                <a:avLst/>
              </a:prstGeom>
              <a:blipFill>
                <a:blip r:embed="rId17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23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5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8C8E4798-73D5-54DE-5CDE-B245F1B2E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344403"/>
              </p:ext>
            </p:extLst>
          </p:nvPr>
        </p:nvGraphicFramePr>
        <p:xfrm>
          <a:off x="-1051960" y="1903833"/>
          <a:ext cx="14630400" cy="36576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210090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9563277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423496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26050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588179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979814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053467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8694253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421555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72050313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7887136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645937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17520888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78092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3595803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130859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6716146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31441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64347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755531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4897355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1016662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654104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0161106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9995297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821757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40801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9648809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172972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82690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781593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0208415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950778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131926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095133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224916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765216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766491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158339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3807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6979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A2012B25-3155-1052-1B3F-772FFB15AFA6}"/>
              </a:ext>
            </a:extLst>
          </p:cNvPr>
          <p:cNvGrpSpPr>
            <a:grpSpLocks noChangeAspect="1"/>
          </p:cNvGrpSpPr>
          <p:nvPr/>
        </p:nvGrpSpPr>
        <p:grpSpPr>
          <a:xfrm>
            <a:off x="1825172" y="1258349"/>
            <a:ext cx="436493" cy="1039033"/>
            <a:chOff x="3363401" y="1840231"/>
            <a:chExt cx="826935" cy="196844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B82DE1B-434B-5856-6302-060EEC18D1DF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q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54B301-6F43-0BCB-F658-9D7A213D0752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4414DDC-7B36-DC5B-8DBE-1C74F3828588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Google Shape;2371;p48">
            <a:extLst>
              <a:ext uri="{FF2B5EF4-FFF2-40B4-BE49-F238E27FC236}">
                <a16:creationId xmlns:a16="http://schemas.microsoft.com/office/drawing/2014/main" id="{E9847CDE-A6E8-8790-A719-3578F68CA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Computational history</a:t>
            </a:r>
            <a:endParaRPr dirty="0"/>
          </a:p>
        </p:txBody>
      </p:sp>
      <p:graphicFrame>
        <p:nvGraphicFramePr>
          <p:cNvPr id="15" name="Table 3">
            <a:extLst>
              <a:ext uri="{FF2B5EF4-FFF2-40B4-BE49-F238E27FC236}">
                <a16:creationId xmlns:a16="http://schemas.microsoft.com/office/drawing/2014/main" id="{FF100420-C852-FEE9-76E2-23B089337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348629"/>
              </p:ext>
            </p:extLst>
          </p:nvPr>
        </p:nvGraphicFramePr>
        <p:xfrm>
          <a:off x="-1051960" y="3061428"/>
          <a:ext cx="14630400" cy="36576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210090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9563277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423496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26050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588179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979814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053467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8694253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421555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72050313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7887136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645937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17520888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78092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3595803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130859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6716146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31441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64347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755531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4897355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1016662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654104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0161106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9995297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821757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40801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9648809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172972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82690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781593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0208415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950778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131926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095133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224916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765216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766491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158339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3807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69796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835E23D4-872C-DDA5-0755-FCD64630D1F8}"/>
              </a:ext>
            </a:extLst>
          </p:cNvPr>
          <p:cNvGrpSpPr>
            <a:grpSpLocks noChangeAspect="1"/>
          </p:cNvGrpSpPr>
          <p:nvPr/>
        </p:nvGrpSpPr>
        <p:grpSpPr>
          <a:xfrm>
            <a:off x="2193897" y="2412996"/>
            <a:ext cx="436493" cy="1039033"/>
            <a:chOff x="3363401" y="1840231"/>
            <a:chExt cx="826935" cy="196844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FE1A3B2-749A-9147-4B45-7C217563BD76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q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BC9BB0C-EB50-BADE-DABB-D3EA470856F2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8DA4410-5924-4A94-6CA2-FB0AB4651268}"/>
                </a:ext>
              </a:extLst>
            </p:cNvPr>
            <p:cNvCxnSpPr>
              <a:stCxn id="17" idx="2"/>
              <a:endCxn id="20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2" name="Table 3">
            <a:extLst>
              <a:ext uri="{FF2B5EF4-FFF2-40B4-BE49-F238E27FC236}">
                <a16:creationId xmlns:a16="http://schemas.microsoft.com/office/drawing/2014/main" id="{927A889A-8CE8-D218-31BB-13BB7D040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335378"/>
              </p:ext>
            </p:extLst>
          </p:nvPr>
        </p:nvGraphicFramePr>
        <p:xfrm>
          <a:off x="-1051960" y="4229630"/>
          <a:ext cx="14630400" cy="36576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210090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9563277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423496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26050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588179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979814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053467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8694253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421555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72050313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7887136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645937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17520888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78092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3595803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130859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6716146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31441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64347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755531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4897355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1016662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654104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0161106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9995297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821757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40801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9648809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172972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82690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781593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0208415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950778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131926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095133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224916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765216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766491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158339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3807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69796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73602215-D43E-5AE5-6992-2E76893E69DC}"/>
              </a:ext>
            </a:extLst>
          </p:cNvPr>
          <p:cNvGrpSpPr>
            <a:grpSpLocks noChangeAspect="1"/>
          </p:cNvGrpSpPr>
          <p:nvPr/>
        </p:nvGrpSpPr>
        <p:grpSpPr>
          <a:xfrm>
            <a:off x="2563403" y="3584146"/>
            <a:ext cx="436493" cy="1039033"/>
            <a:chOff x="3363401" y="1840231"/>
            <a:chExt cx="826935" cy="1968444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5CD2DC2-1E10-6FC4-D645-21CC77B0B916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q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E09B81C-5B87-A96D-FFE5-8BEE3609BC4E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480E314-86D0-50EF-5CA8-33224CAAE6BC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008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97AC1DA-5082-0637-E671-0423BC607968}"/>
              </a:ext>
            </a:extLst>
          </p:cNvPr>
          <p:cNvSpPr txBox="1"/>
          <p:nvPr/>
        </p:nvSpPr>
        <p:spPr>
          <a:xfrm>
            <a:off x="992843" y="749911"/>
            <a:ext cx="2192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q</a:t>
            </a:r>
            <a:r>
              <a:rPr lang="en-US" sz="2800" dirty="0"/>
              <a:t>1001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0ED5F-9178-C500-343D-38ACAEF42ABB}"/>
              </a:ext>
            </a:extLst>
          </p:cNvPr>
          <p:cNvSpPr txBox="1"/>
          <p:nvPr/>
        </p:nvSpPr>
        <p:spPr>
          <a:xfrm>
            <a:off x="992845" y="1339832"/>
            <a:ext cx="2192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</a:t>
            </a:r>
            <a:r>
              <a:rPr lang="en-US" sz="2800" b="1" dirty="0"/>
              <a:t>q</a:t>
            </a:r>
            <a:r>
              <a:rPr lang="en-US" sz="2800" dirty="0"/>
              <a:t>001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41A10-A3F2-B3CC-15EB-8D4DFF7AABDE}"/>
              </a:ext>
            </a:extLst>
          </p:cNvPr>
          <p:cNvSpPr txBox="1"/>
          <p:nvPr/>
        </p:nvSpPr>
        <p:spPr>
          <a:xfrm>
            <a:off x="992845" y="1992441"/>
            <a:ext cx="2192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10</a:t>
            </a:r>
            <a:r>
              <a:rPr lang="en-US" sz="2800" b="1" dirty="0"/>
              <a:t>q</a:t>
            </a:r>
            <a:r>
              <a:rPr lang="en-US" sz="2800" dirty="0"/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00B357-9788-70D9-D649-BB08739263B8}"/>
              </a:ext>
            </a:extLst>
          </p:cNvPr>
          <p:cNvSpPr txBox="1"/>
          <p:nvPr/>
        </p:nvSpPr>
        <p:spPr>
          <a:xfrm>
            <a:off x="1046306" y="2621443"/>
            <a:ext cx="2192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100</a:t>
            </a:r>
            <a:r>
              <a:rPr lang="en-US" sz="2800" b="1" dirty="0"/>
              <a:t>q</a:t>
            </a:r>
            <a:r>
              <a:rPr lang="en-US" sz="28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E1AB3D-4D81-B032-CA2C-ABFF4277C5C4}"/>
                  </a:ext>
                </a:extLst>
              </p:cNvPr>
              <p:cNvSpPr txBox="1"/>
              <p:nvPr/>
            </p:nvSpPr>
            <p:spPr>
              <a:xfrm>
                <a:off x="992844" y="3262827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1001</a:t>
                </a:r>
                <a:r>
                  <a:rPr lang="en-US" sz="2800" b="1" dirty="0"/>
                  <a:t>q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E1AB3D-4D81-B032-CA2C-ABFF4277C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44" y="3262827"/>
                <a:ext cx="2192807" cy="523220"/>
              </a:xfrm>
              <a:prstGeom prst="rect">
                <a:avLst/>
              </a:prstGeom>
              <a:blipFill>
                <a:blip r:embed="rId3"/>
                <a:stretch>
                  <a:fillRect l="-58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556EA9-9B97-5659-3E18-BB9655904A53}"/>
                  </a:ext>
                </a:extLst>
              </p:cNvPr>
              <p:cNvSpPr txBox="1"/>
              <p:nvPr/>
            </p:nvSpPr>
            <p:spPr>
              <a:xfrm>
                <a:off x="1046306" y="3883902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100</a:t>
                </a:r>
                <a:r>
                  <a:rPr lang="en-US" sz="2800" b="1" dirty="0"/>
                  <a:t>r</a:t>
                </a:r>
                <a:r>
                  <a:rPr lang="en-US" sz="2800" dirty="0"/>
                  <a:t>1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556EA9-9B97-5659-3E18-BB9655904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06" y="3883902"/>
                <a:ext cx="2192807" cy="523220"/>
              </a:xfrm>
              <a:prstGeom prst="rect">
                <a:avLst/>
              </a:prstGeom>
              <a:blipFill>
                <a:blip r:embed="rId4"/>
                <a:stretch>
                  <a:fillRect l="-585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765560-CED7-ED2B-A1F7-305420020121}"/>
                  </a:ext>
                </a:extLst>
              </p:cNvPr>
              <p:cNvSpPr txBox="1"/>
              <p:nvPr/>
            </p:nvSpPr>
            <p:spPr>
              <a:xfrm>
                <a:off x="5369359" y="820206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10</a:t>
                </a:r>
                <a:r>
                  <a:rPr lang="en-US" sz="2800" b="1" dirty="0"/>
                  <a:t>r</a:t>
                </a:r>
                <a:r>
                  <a:rPr lang="en-US" sz="2800" dirty="0"/>
                  <a:t>00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765560-CED7-ED2B-A1F7-305420020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359" y="820206"/>
                <a:ext cx="2192807" cy="523220"/>
              </a:xfrm>
              <a:prstGeom prst="rect">
                <a:avLst/>
              </a:prstGeom>
              <a:blipFill>
                <a:blip r:embed="rId5"/>
                <a:stretch>
                  <a:fillRect l="-5833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CE4E7B-BC76-2F00-008E-FEA17DECD4D0}"/>
                  </a:ext>
                </a:extLst>
              </p:cNvPr>
              <p:cNvSpPr txBox="1"/>
              <p:nvPr/>
            </p:nvSpPr>
            <p:spPr>
              <a:xfrm>
                <a:off x="5369361" y="1343610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1</a:t>
                </a:r>
                <a:r>
                  <a:rPr lang="en-US" sz="2800" b="1" dirty="0"/>
                  <a:t>s</a:t>
                </a:r>
                <a:r>
                  <a:rPr lang="en-US" sz="2800" dirty="0"/>
                  <a:t>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CE4E7B-BC76-2F00-008E-FEA17DECD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361" y="1343610"/>
                <a:ext cx="2192807" cy="523220"/>
              </a:xfrm>
              <a:prstGeom prst="rect">
                <a:avLst/>
              </a:prstGeom>
              <a:blipFill>
                <a:blip r:embed="rId6"/>
                <a:stretch>
                  <a:fillRect l="-58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1CB714-893D-267F-840F-63855769E5EE}"/>
                  </a:ext>
                </a:extLst>
              </p:cNvPr>
              <p:cNvSpPr txBox="1"/>
              <p:nvPr/>
            </p:nvSpPr>
            <p:spPr>
              <a:xfrm>
                <a:off x="5369362" y="1963729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s</a:t>
                </a:r>
                <a:r>
                  <a:rPr lang="en-US" sz="2800" dirty="0"/>
                  <a:t>1010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1CB714-893D-267F-840F-63855769E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362" y="1963729"/>
                <a:ext cx="2192807" cy="523220"/>
              </a:xfrm>
              <a:prstGeom prst="rect">
                <a:avLst/>
              </a:prstGeom>
              <a:blipFill>
                <a:blip r:embed="rId7"/>
                <a:stretch>
                  <a:fillRect l="-58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AD5F50-363D-DAE5-1845-32E8794AFCD6}"/>
                  </a:ext>
                </a:extLst>
              </p:cNvPr>
              <p:cNvSpPr txBox="1"/>
              <p:nvPr/>
            </p:nvSpPr>
            <p:spPr>
              <a:xfrm>
                <a:off x="5385833" y="2627908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s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101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sym typeface="Karla"/>
                      </a:rPr>
                      <m:t>0</m:t>
                    </m:r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AD5F50-363D-DAE5-1845-32E8794A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3" y="2627908"/>
                <a:ext cx="2192807" cy="523220"/>
              </a:xfrm>
              <a:prstGeom prst="rect">
                <a:avLst/>
              </a:prstGeom>
              <a:blipFill>
                <a:blip r:embed="rId8"/>
                <a:stretch>
                  <a:fillRect l="-585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5AD217-4837-FA4B-23FB-B5BE8A9E0E97}"/>
                  </a:ext>
                </a:extLst>
              </p:cNvPr>
              <p:cNvSpPr txBox="1"/>
              <p:nvPr/>
            </p:nvSpPr>
            <p:spPr>
              <a:xfrm>
                <a:off x="5385832" y="3262827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H</a:t>
                </a:r>
                <a:r>
                  <a:rPr lang="en-US" sz="2800" dirty="0"/>
                  <a:t>101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sym typeface="Karla"/>
                      </a:rPr>
                      <m:t>0</m:t>
                    </m:r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5AD217-4837-FA4B-23FB-B5BE8A9E0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2" y="3262827"/>
                <a:ext cx="2192807" cy="523220"/>
              </a:xfrm>
              <a:prstGeom prst="rect">
                <a:avLst/>
              </a:prstGeom>
              <a:blipFill>
                <a:blip r:embed="rId9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565206-61EF-9DB6-C90A-6B6D788A4F73}"/>
                  </a:ext>
                </a:extLst>
              </p:cNvPr>
              <p:cNvSpPr txBox="1"/>
              <p:nvPr/>
            </p:nvSpPr>
            <p:spPr>
              <a:xfrm>
                <a:off x="880844" y="1515545"/>
                <a:ext cx="7041165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#q</a:t>
                </a:r>
                <a:r>
                  <a:rPr lang="en-US" sz="2800" dirty="0"/>
                  <a:t>1001</a:t>
                </a:r>
                <a:r>
                  <a:rPr lang="en-US" sz="2800" b="1" dirty="0"/>
                  <a:t>#</a:t>
                </a:r>
                <a:r>
                  <a:rPr lang="en-US" sz="2800" dirty="0"/>
                  <a:t>1</a:t>
                </a:r>
                <a:r>
                  <a:rPr lang="en-US" sz="2800" b="1" dirty="0"/>
                  <a:t>q</a:t>
                </a:r>
                <a:r>
                  <a:rPr lang="en-US" sz="2800" dirty="0"/>
                  <a:t>001</a:t>
                </a:r>
                <a:r>
                  <a:rPr lang="en-US" sz="2800" b="1" dirty="0"/>
                  <a:t>#</a:t>
                </a:r>
                <a:r>
                  <a:rPr lang="en-US" sz="2800" dirty="0"/>
                  <a:t>10</a:t>
                </a:r>
                <a:r>
                  <a:rPr lang="en-US" sz="2800" b="1" dirty="0"/>
                  <a:t>q</a:t>
                </a:r>
                <a:r>
                  <a:rPr lang="en-US" sz="2800" dirty="0"/>
                  <a:t>01</a:t>
                </a:r>
                <a:r>
                  <a:rPr lang="en-US" sz="2800" b="1" dirty="0"/>
                  <a:t>#</a:t>
                </a:r>
                <a:r>
                  <a:rPr lang="en-US" sz="2800" dirty="0"/>
                  <a:t>100</a:t>
                </a:r>
                <a:r>
                  <a:rPr lang="en-US" sz="2800" b="1" dirty="0"/>
                  <a:t>q</a:t>
                </a:r>
                <a:r>
                  <a:rPr lang="en-US" sz="2800" dirty="0"/>
                  <a:t>1</a:t>
                </a:r>
                <a:r>
                  <a:rPr lang="en-US" sz="2800" b="1" dirty="0"/>
                  <a:t>#</a:t>
                </a:r>
                <a:r>
                  <a:rPr lang="en-US" sz="2800" dirty="0"/>
                  <a:t>1001</a:t>
                </a:r>
                <a:r>
                  <a:rPr lang="en-US" sz="2800" b="1" dirty="0"/>
                  <a:t>q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#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100</a:t>
                </a:r>
                <a:r>
                  <a:rPr lang="en-US" sz="2800" b="1" dirty="0"/>
                  <a:t>r</a:t>
                </a:r>
                <a:r>
                  <a:rPr lang="en-US" sz="2800" dirty="0"/>
                  <a:t>1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#</a:t>
                </a:r>
                <a:r>
                  <a:rPr lang="en-US" sz="2800" dirty="0"/>
                  <a:t>10</a:t>
                </a:r>
                <a:r>
                  <a:rPr lang="en-US" sz="2800" b="1" dirty="0"/>
                  <a:t>r</a:t>
                </a:r>
                <a:r>
                  <a:rPr lang="en-US" sz="2800" dirty="0"/>
                  <a:t>00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#</a:t>
                </a:r>
                <a:r>
                  <a:rPr lang="en-US" sz="2800" dirty="0"/>
                  <a:t>1</a:t>
                </a:r>
                <a:r>
                  <a:rPr lang="en-US" sz="2800" b="1" dirty="0"/>
                  <a:t>s</a:t>
                </a:r>
                <a:r>
                  <a:rPr lang="en-US" sz="2800" dirty="0"/>
                  <a:t>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#s</a:t>
                </a:r>
                <a:r>
                  <a:rPr lang="en-US" sz="2800" dirty="0"/>
                  <a:t>1010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#</a:t>
                </a:r>
              </a:p>
              <a:p>
                <a:endParaRPr lang="en-US" sz="2800" b="1" dirty="0"/>
              </a:p>
              <a:p>
                <a:r>
                  <a:rPr lang="en-US" sz="2800" b="1" dirty="0"/>
                  <a:t>s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1010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#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H</a:t>
                </a:r>
                <a:r>
                  <a:rPr lang="en-US" sz="2800" dirty="0"/>
                  <a:t>1010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b="1" dirty="0"/>
                  <a:t>#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565206-61EF-9DB6-C90A-6B6D788A4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44" y="1515545"/>
                <a:ext cx="7041165" cy="2246769"/>
              </a:xfrm>
              <a:prstGeom prst="rect">
                <a:avLst/>
              </a:prstGeom>
              <a:blipFill>
                <a:blip r:embed="rId10"/>
                <a:stretch>
                  <a:fillRect l="-1730" t="-2989" b="-6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62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/>
      <p:bldP spid="15" grpId="1"/>
      <p:bldP spid="17" grpId="1"/>
      <p:bldP spid="18" grpId="1"/>
      <p:bldP spid="19" grpId="1"/>
      <p:bldP spid="20" grpId="1"/>
      <p:bldP spid="21" grpId="1"/>
      <p:bldP spid="22" grpId="1"/>
      <p:bldP spid="23" grpId="1"/>
      <p:bldP spid="24" grpId="1"/>
      <p:bldP spid="26" grpId="1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71;p48">
                <a:extLst>
                  <a:ext uri="{FF2B5EF4-FFF2-40B4-BE49-F238E27FC236}">
                    <a16:creationId xmlns:a16="http://schemas.microsoft.com/office/drawing/2014/main" id="{2A3DCA66-1E0A-1397-5872-E90019C87611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latin typeface="Cambria Math" panose="02040503050406030204" pitchFamily="18" charset="0"/>
                      </a:rPr>
                      <m:t>HALT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US" sz="3600">
                        <a:latin typeface="Cambria Math" panose="02040503050406030204" pitchFamily="18" charset="0"/>
                      </a:rPr>
                      <m:t>MPCP</m:t>
                    </m:r>
                  </m:oMath>
                </a14:m>
                <a:r>
                  <a:rPr lang="en-GB" sz="3600" dirty="0"/>
                  <a:t> idea</a:t>
                </a:r>
              </a:p>
            </p:txBody>
          </p:sp>
        </mc:Choice>
        <mc:Fallback xmlns="">
          <p:sp>
            <p:nvSpPr>
              <p:cNvPr id="4" name="Google Shape;2371;p48">
                <a:extLst>
                  <a:ext uri="{FF2B5EF4-FFF2-40B4-BE49-F238E27FC236}">
                    <a16:creationId xmlns:a16="http://schemas.microsoft.com/office/drawing/2014/main" id="{2A3DCA66-1E0A-1397-5872-E90019C8761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8511" b="-59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0283BE9-EF7F-1813-BEB5-490314D46C21}"/>
              </a:ext>
            </a:extLst>
          </p:cNvPr>
          <p:cNvSpPr/>
          <p:nvPr/>
        </p:nvSpPr>
        <p:spPr>
          <a:xfrm>
            <a:off x="2672723" y="2344673"/>
            <a:ext cx="1830254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7C09C6-DE23-7726-8A4B-3EDF00C43258}"/>
              </a:ext>
            </a:extLst>
          </p:cNvPr>
          <p:cNvSpPr/>
          <p:nvPr/>
        </p:nvSpPr>
        <p:spPr>
          <a:xfrm>
            <a:off x="2672724" y="1675661"/>
            <a:ext cx="1830254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3C830B2-B412-1143-3FBF-BE0CAF416E18}"/>
                  </a:ext>
                </a:extLst>
              </p:cNvPr>
              <p:cNvSpPr txBox="1"/>
              <p:nvPr/>
            </p:nvSpPr>
            <p:spPr>
              <a:xfrm>
                <a:off x="3204486" y="2446835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3C830B2-B412-1143-3FBF-BE0CAF416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486" y="2446835"/>
                <a:ext cx="981435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77185C-A5E0-7966-4F96-D8C1C2BF327F}"/>
                  </a:ext>
                </a:extLst>
              </p:cNvPr>
              <p:cNvSpPr txBox="1"/>
              <p:nvPr/>
            </p:nvSpPr>
            <p:spPr>
              <a:xfrm>
                <a:off x="3204485" y="1775552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77185C-A5E0-7966-4F96-D8C1C2BF3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485" y="1775552"/>
                <a:ext cx="98143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0C11ED26-5E99-2997-7CAD-A98FEE415FDE}"/>
              </a:ext>
            </a:extLst>
          </p:cNvPr>
          <p:cNvSpPr/>
          <p:nvPr/>
        </p:nvSpPr>
        <p:spPr>
          <a:xfrm>
            <a:off x="2645552" y="2344673"/>
            <a:ext cx="2072136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89AA672-D2A2-6D2E-06FC-D29396493E3F}"/>
              </a:ext>
            </a:extLst>
          </p:cNvPr>
          <p:cNvSpPr/>
          <p:nvPr/>
        </p:nvSpPr>
        <p:spPr>
          <a:xfrm>
            <a:off x="2645553" y="1675661"/>
            <a:ext cx="2072136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27F26DC-4167-B173-B0FB-215417E534F3}"/>
                  </a:ext>
                </a:extLst>
              </p:cNvPr>
              <p:cNvSpPr txBox="1"/>
              <p:nvPr/>
            </p:nvSpPr>
            <p:spPr>
              <a:xfrm>
                <a:off x="3177315" y="2446835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 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27F26DC-4167-B173-B0FB-215417E53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15" y="2446835"/>
                <a:ext cx="981435" cy="400110"/>
              </a:xfrm>
              <a:prstGeom prst="rect">
                <a:avLst/>
              </a:prstGeom>
              <a:blipFill>
                <a:blip r:embed="rId6"/>
                <a:stretch>
                  <a:fillRect r="-18634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3C3447-2D58-D329-C2F3-107C968256BE}"/>
                  </a:ext>
                </a:extLst>
              </p:cNvPr>
              <p:cNvSpPr txBox="1"/>
              <p:nvPr/>
            </p:nvSpPr>
            <p:spPr>
              <a:xfrm>
                <a:off x="3177314" y="1775552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3C3447-2D58-D329-C2F3-107C96825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14" y="1775552"/>
                <a:ext cx="981435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ED2F2ADD-16BB-D0DB-2574-9D55C354D35B}"/>
              </a:ext>
            </a:extLst>
          </p:cNvPr>
          <p:cNvSpPr/>
          <p:nvPr/>
        </p:nvSpPr>
        <p:spPr>
          <a:xfrm>
            <a:off x="2645551" y="2344673"/>
            <a:ext cx="231402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2CDBEA8-BB91-93D0-4923-5FAA75D703D8}"/>
              </a:ext>
            </a:extLst>
          </p:cNvPr>
          <p:cNvSpPr/>
          <p:nvPr/>
        </p:nvSpPr>
        <p:spPr>
          <a:xfrm>
            <a:off x="2645552" y="1675661"/>
            <a:ext cx="231402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D0E0F27-F80E-23E9-7E01-79F2211DA3A5}"/>
                  </a:ext>
                </a:extLst>
              </p:cNvPr>
              <p:cNvSpPr txBox="1"/>
              <p:nvPr/>
            </p:nvSpPr>
            <p:spPr>
              <a:xfrm>
                <a:off x="3177314" y="2446835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D0E0F27-F80E-23E9-7E01-79F2211DA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14" y="2446835"/>
                <a:ext cx="981435" cy="400110"/>
              </a:xfrm>
              <a:prstGeom prst="rect">
                <a:avLst/>
              </a:prstGeom>
              <a:blipFill>
                <a:blip r:embed="rId8"/>
                <a:stretch>
                  <a:fillRect r="-60248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7804BBC-B646-670E-91D7-C5C8CA8232EF}"/>
                  </a:ext>
                </a:extLst>
              </p:cNvPr>
              <p:cNvSpPr txBox="1"/>
              <p:nvPr/>
            </p:nvSpPr>
            <p:spPr>
              <a:xfrm>
                <a:off x="3177313" y="1775552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 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7804BBC-B646-670E-91D7-C5C8CA823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13" y="1775552"/>
                <a:ext cx="981435" cy="400110"/>
              </a:xfrm>
              <a:prstGeom prst="rect">
                <a:avLst/>
              </a:prstGeom>
              <a:blipFill>
                <a:blip r:embed="rId9"/>
                <a:stretch>
                  <a:fillRect r="-18634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>
            <a:extLst>
              <a:ext uri="{FF2B5EF4-FFF2-40B4-BE49-F238E27FC236}">
                <a16:creationId xmlns:a16="http://schemas.microsoft.com/office/drawing/2014/main" id="{65661399-0D65-9A12-C5E3-BB0BD23147E8}"/>
              </a:ext>
            </a:extLst>
          </p:cNvPr>
          <p:cNvSpPr/>
          <p:nvPr/>
        </p:nvSpPr>
        <p:spPr>
          <a:xfrm>
            <a:off x="2645551" y="2340131"/>
            <a:ext cx="292362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DAD429-F6A9-0F37-FBE7-40BB0661AD60}"/>
              </a:ext>
            </a:extLst>
          </p:cNvPr>
          <p:cNvSpPr/>
          <p:nvPr/>
        </p:nvSpPr>
        <p:spPr>
          <a:xfrm>
            <a:off x="2645552" y="1671119"/>
            <a:ext cx="292362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E9749F4-C65D-4AA3-210C-2568C3A9B9B1}"/>
                  </a:ext>
                </a:extLst>
              </p:cNvPr>
              <p:cNvSpPr txBox="1"/>
              <p:nvPr/>
            </p:nvSpPr>
            <p:spPr>
              <a:xfrm>
                <a:off x="3177314" y="2442293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E9749F4-C65D-4AA3-210C-2568C3A9B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14" y="2442293"/>
                <a:ext cx="981435" cy="400110"/>
              </a:xfrm>
              <a:prstGeom prst="rect">
                <a:avLst/>
              </a:prstGeom>
              <a:blipFill>
                <a:blip r:embed="rId10"/>
                <a:stretch>
                  <a:fillRect r="-102484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01A884D-F65C-A323-7CA0-160991622981}"/>
                  </a:ext>
                </a:extLst>
              </p:cNvPr>
              <p:cNvSpPr txBox="1"/>
              <p:nvPr/>
            </p:nvSpPr>
            <p:spPr>
              <a:xfrm>
                <a:off x="3177313" y="1771010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 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01A884D-F65C-A323-7CA0-160991622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13" y="1771010"/>
                <a:ext cx="981435" cy="400110"/>
              </a:xfrm>
              <a:prstGeom prst="rect">
                <a:avLst/>
              </a:prstGeom>
              <a:blipFill>
                <a:blip r:embed="rId11"/>
                <a:stretch>
                  <a:fillRect r="-60248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>
            <a:extLst>
              <a:ext uri="{FF2B5EF4-FFF2-40B4-BE49-F238E27FC236}">
                <a16:creationId xmlns:a16="http://schemas.microsoft.com/office/drawing/2014/main" id="{5D8C4A07-2F20-20C3-2A96-BC6AC401BBE0}"/>
              </a:ext>
            </a:extLst>
          </p:cNvPr>
          <p:cNvSpPr/>
          <p:nvPr/>
        </p:nvSpPr>
        <p:spPr>
          <a:xfrm>
            <a:off x="2645551" y="2335122"/>
            <a:ext cx="3998729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08D1506-2E4F-20DE-DA9F-2A4082826F4A}"/>
              </a:ext>
            </a:extLst>
          </p:cNvPr>
          <p:cNvSpPr/>
          <p:nvPr/>
        </p:nvSpPr>
        <p:spPr>
          <a:xfrm>
            <a:off x="2645552" y="1666110"/>
            <a:ext cx="399872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452461E-337E-80AF-85DC-615FF9F48B1F}"/>
                  </a:ext>
                </a:extLst>
              </p:cNvPr>
              <p:cNvSpPr txBox="1"/>
              <p:nvPr/>
            </p:nvSpPr>
            <p:spPr>
              <a:xfrm>
                <a:off x="3177315" y="2437284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452461E-337E-80AF-85DC-615FF9F48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15" y="2437284"/>
                <a:ext cx="981435" cy="400110"/>
              </a:xfrm>
              <a:prstGeom prst="rect">
                <a:avLst/>
              </a:prstGeom>
              <a:blipFill>
                <a:blip r:embed="rId12"/>
                <a:stretch>
                  <a:fillRect r="-214907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8D12EE9-907A-884A-35E2-DA0B7C1F364F}"/>
                  </a:ext>
                </a:extLst>
              </p:cNvPr>
              <p:cNvSpPr txBox="1"/>
              <p:nvPr/>
            </p:nvSpPr>
            <p:spPr>
              <a:xfrm>
                <a:off x="3177314" y="1766001"/>
                <a:ext cx="3397146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#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#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#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#…#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6"/>
                    </a:solidFill>
                  </a:rPr>
                  <a:t>#</a:t>
                </a:r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8D12EE9-907A-884A-35E2-DA0B7C1F3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14" y="1766001"/>
                <a:ext cx="3397146" cy="400110"/>
              </a:xfrm>
              <a:prstGeom prst="rect">
                <a:avLst/>
              </a:prstGeom>
              <a:blipFill>
                <a:blip r:embed="rId13"/>
                <a:stretch>
                  <a:fillRect t="-6154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>
            <a:extLst>
              <a:ext uri="{FF2B5EF4-FFF2-40B4-BE49-F238E27FC236}">
                <a16:creationId xmlns:a16="http://schemas.microsoft.com/office/drawing/2014/main" id="{BF02E524-E1A4-5CB7-1F48-9A7FBC58B96F}"/>
              </a:ext>
            </a:extLst>
          </p:cNvPr>
          <p:cNvSpPr/>
          <p:nvPr/>
        </p:nvSpPr>
        <p:spPr>
          <a:xfrm>
            <a:off x="2642641" y="2330580"/>
            <a:ext cx="4807546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C1664F6-CB4C-0877-5911-1F43BD035DCE}"/>
              </a:ext>
            </a:extLst>
          </p:cNvPr>
          <p:cNvSpPr/>
          <p:nvPr/>
        </p:nvSpPr>
        <p:spPr>
          <a:xfrm>
            <a:off x="2642642" y="1661568"/>
            <a:ext cx="4807544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936A78B-277E-07B1-6933-B1D1E19A325D}"/>
                  </a:ext>
                </a:extLst>
              </p:cNvPr>
              <p:cNvSpPr txBox="1"/>
              <p:nvPr/>
            </p:nvSpPr>
            <p:spPr>
              <a:xfrm>
                <a:off x="3174405" y="2420431"/>
                <a:ext cx="981435" cy="4247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936A78B-277E-07B1-6933-B1D1E19A3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405" y="2420431"/>
                <a:ext cx="981435" cy="424732"/>
              </a:xfrm>
              <a:prstGeom prst="rect">
                <a:avLst/>
              </a:prstGeom>
              <a:blipFill>
                <a:blip r:embed="rId14"/>
                <a:stretch>
                  <a:fillRect r="-29937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10C04C4-7F3F-C30E-0B2B-6CA98F0C4BB1}"/>
                  </a:ext>
                </a:extLst>
              </p:cNvPr>
              <p:cNvSpPr txBox="1"/>
              <p:nvPr/>
            </p:nvSpPr>
            <p:spPr>
              <a:xfrm>
                <a:off x="3174404" y="1761459"/>
                <a:ext cx="3397146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#…#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10C04C4-7F3F-C30E-0B2B-6CA98F0C4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404" y="1761459"/>
                <a:ext cx="3397146" cy="400110"/>
              </a:xfrm>
              <a:prstGeom prst="rect">
                <a:avLst/>
              </a:prstGeom>
              <a:blipFill>
                <a:blip r:embed="rId15"/>
                <a:stretch>
                  <a:fillRect r="-3950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75E03CF3-6FB3-992A-A81D-855E339FD551}"/>
              </a:ext>
            </a:extLst>
          </p:cNvPr>
          <p:cNvSpPr/>
          <p:nvPr/>
        </p:nvSpPr>
        <p:spPr>
          <a:xfrm>
            <a:off x="2642640" y="2332851"/>
            <a:ext cx="499134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FE47FE6-FB4E-C611-1C0A-1035DB7AD2F2}"/>
              </a:ext>
            </a:extLst>
          </p:cNvPr>
          <p:cNvSpPr/>
          <p:nvPr/>
        </p:nvSpPr>
        <p:spPr>
          <a:xfrm>
            <a:off x="2642641" y="1663839"/>
            <a:ext cx="4991339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3792AF5-40E8-AB8C-60BC-2D62E0600989}"/>
                  </a:ext>
                </a:extLst>
              </p:cNvPr>
              <p:cNvSpPr txBox="1"/>
              <p:nvPr/>
            </p:nvSpPr>
            <p:spPr>
              <a:xfrm>
                <a:off x="3174404" y="2422702"/>
                <a:ext cx="981435" cy="4247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3792AF5-40E8-AB8C-60BC-2D62E0600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404" y="2422702"/>
                <a:ext cx="981435" cy="424732"/>
              </a:xfrm>
              <a:prstGeom prst="rect">
                <a:avLst/>
              </a:prstGeom>
              <a:blipFill>
                <a:blip r:embed="rId16"/>
                <a:stretch>
                  <a:fillRect r="-29937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D568EA8-6DDB-DAAD-6B3F-69349E4EE274}"/>
                  </a:ext>
                </a:extLst>
              </p:cNvPr>
              <p:cNvSpPr txBox="1"/>
              <p:nvPr/>
            </p:nvSpPr>
            <p:spPr>
              <a:xfrm>
                <a:off x="3174403" y="1751419"/>
                <a:ext cx="3397146" cy="4247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D568EA8-6DDB-DAAD-6B3F-69349E4EE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403" y="1751419"/>
                <a:ext cx="3397146" cy="424732"/>
              </a:xfrm>
              <a:prstGeom prst="rect">
                <a:avLst/>
              </a:prstGeom>
              <a:blipFill>
                <a:blip r:embed="rId17"/>
                <a:stretch>
                  <a:fillRect r="-1597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ctangle 77">
            <a:extLst>
              <a:ext uri="{FF2B5EF4-FFF2-40B4-BE49-F238E27FC236}">
                <a16:creationId xmlns:a16="http://schemas.microsoft.com/office/drawing/2014/main" id="{9B468248-0AF8-D6AE-BDAD-9F4252A61526}"/>
              </a:ext>
            </a:extLst>
          </p:cNvPr>
          <p:cNvSpPr/>
          <p:nvPr/>
        </p:nvSpPr>
        <p:spPr>
          <a:xfrm>
            <a:off x="2642639" y="4063438"/>
            <a:ext cx="549866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B1A4832-E889-C637-CC41-BE9009A77B2C}"/>
              </a:ext>
            </a:extLst>
          </p:cNvPr>
          <p:cNvSpPr/>
          <p:nvPr/>
        </p:nvSpPr>
        <p:spPr>
          <a:xfrm>
            <a:off x="2642640" y="3394426"/>
            <a:ext cx="5498666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EBC6D52-4E12-B3D6-B6A9-0404708037D2}"/>
                  </a:ext>
                </a:extLst>
              </p:cNvPr>
              <p:cNvSpPr txBox="1"/>
              <p:nvPr/>
            </p:nvSpPr>
            <p:spPr>
              <a:xfrm>
                <a:off x="3174403" y="4165600"/>
                <a:ext cx="981435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EBC6D52-4E12-B3D6-B6A9-040470803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403" y="4165600"/>
                <a:ext cx="981435" cy="400110"/>
              </a:xfrm>
              <a:prstGeom prst="rect">
                <a:avLst/>
              </a:prstGeom>
              <a:blipFill>
                <a:blip r:embed="rId18"/>
                <a:stretch>
                  <a:fillRect r="-359627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07CF4B5-B57E-6089-FE71-CEC0FE524533}"/>
                  </a:ext>
                </a:extLst>
              </p:cNvPr>
              <p:cNvSpPr txBox="1"/>
              <p:nvPr/>
            </p:nvSpPr>
            <p:spPr>
              <a:xfrm>
                <a:off x="3174402" y="3494317"/>
                <a:ext cx="3397146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#…#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07CF4B5-B57E-6089-FE71-CEC0FE524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402" y="3494317"/>
                <a:ext cx="3397146" cy="400110"/>
              </a:xfrm>
              <a:prstGeom prst="rect">
                <a:avLst/>
              </a:prstGeom>
              <a:blipFill>
                <a:blip r:embed="rId19"/>
                <a:stretch>
                  <a:fillRect r="-15081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4BF4D6F-9F9F-714A-FFA1-7A5283F47216}"/>
                  </a:ext>
                </a:extLst>
              </p:cNvPr>
              <p:cNvSpPr txBox="1"/>
              <p:nvPr/>
            </p:nvSpPr>
            <p:spPr>
              <a:xfrm>
                <a:off x="281984" y="2109110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𝑎𝑙𝑡𝑠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4BF4D6F-9F9F-714A-FFA1-7A5283F47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84" y="2109110"/>
                <a:ext cx="2192807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62ED653-55D6-571C-6DE9-F2E6862725C6}"/>
                  </a:ext>
                </a:extLst>
              </p:cNvPr>
              <p:cNvSpPr txBox="1"/>
              <p:nvPr/>
            </p:nvSpPr>
            <p:spPr>
              <a:xfrm>
                <a:off x="281984" y="3801828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62ED653-55D6-571C-6DE9-F2E686272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84" y="3801828"/>
                <a:ext cx="2192807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4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39" grpId="0"/>
      <p:bldP spid="39" grpId="1"/>
      <p:bldP spid="41" grpId="0"/>
      <p:bldP spid="41" grpId="1"/>
      <p:bldP spid="54" grpId="0" animBg="1"/>
      <p:bldP spid="54" grpId="1" animBg="1"/>
      <p:bldP spid="55" grpId="0" animBg="1"/>
      <p:bldP spid="55" grpId="1" animBg="1"/>
      <p:bldP spid="56" grpId="0"/>
      <p:bldP spid="56" grpId="1"/>
      <p:bldP spid="57" grpId="0"/>
      <p:bldP spid="57" grpId="1"/>
      <p:bldP spid="58" grpId="0" animBg="1"/>
      <p:bldP spid="58" grpId="1" animBg="1"/>
      <p:bldP spid="59" grpId="0" animBg="1"/>
      <p:bldP spid="59" grpId="1" animBg="1"/>
      <p:bldP spid="60" grpId="0"/>
      <p:bldP spid="60" grpId="1"/>
      <p:bldP spid="61" grpId="0"/>
      <p:bldP spid="61" grpId="1"/>
      <p:bldP spid="62" grpId="0" animBg="1"/>
      <p:bldP spid="62" grpId="1" animBg="1"/>
      <p:bldP spid="63" grpId="0" animBg="1"/>
      <p:bldP spid="63" grpId="1" animBg="1"/>
      <p:bldP spid="64" grpId="0"/>
      <p:bldP spid="64" grpId="1"/>
      <p:bldP spid="65" grpId="0"/>
      <p:bldP spid="65" grpId="1"/>
      <p:bldP spid="66" grpId="0" animBg="1"/>
      <p:bldP spid="66" grpId="1" animBg="1"/>
      <p:bldP spid="67" grpId="0" animBg="1"/>
      <p:bldP spid="67" grpId="1" animBg="1"/>
      <p:bldP spid="68" grpId="0"/>
      <p:bldP spid="68" grpId="1"/>
      <p:bldP spid="69" grpId="0"/>
      <p:bldP spid="69" grpId="1"/>
      <p:bldP spid="70" grpId="0" animBg="1"/>
      <p:bldP spid="70" grpId="1" animBg="1"/>
      <p:bldP spid="71" grpId="0" animBg="1"/>
      <p:bldP spid="71" grpId="1" animBg="1"/>
      <p:bldP spid="72" grpId="0"/>
      <p:bldP spid="72" grpId="1"/>
      <p:bldP spid="73" grpId="0"/>
      <p:bldP spid="73" grpId="1"/>
      <p:bldP spid="74" grpId="0" animBg="1"/>
      <p:bldP spid="75" grpId="0" animBg="1"/>
      <p:bldP spid="76" grpId="0"/>
      <p:bldP spid="77" grpId="0"/>
      <p:bldP spid="78" grpId="0" animBg="1"/>
      <p:bldP spid="79" grpId="0" animBg="1"/>
      <p:bldP spid="80" grpId="0"/>
      <p:bldP spid="81" grpId="0"/>
      <p:bldP spid="82" grpId="1"/>
      <p:bldP spid="8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8C8E4798-73D5-54DE-5CDE-B245F1B2E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48908"/>
              </p:ext>
            </p:extLst>
          </p:nvPr>
        </p:nvGraphicFramePr>
        <p:xfrm>
          <a:off x="1414403" y="2571750"/>
          <a:ext cx="14630400" cy="36576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210090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9563277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423496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26050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588179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979814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053467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8694253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4215558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72050313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7887136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645937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17520888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1978092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3595803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130859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6716146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3144188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864347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755531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4897355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1016662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654104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0161106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9995297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1821757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240801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9648809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172972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982690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7815932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0208415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950778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131926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095133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8224916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765216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7664913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1583396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3807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576" marR="36576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6979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A2012B25-3155-1052-1B3F-772FFB15AFA6}"/>
              </a:ext>
            </a:extLst>
          </p:cNvPr>
          <p:cNvGrpSpPr>
            <a:grpSpLocks noChangeAspect="1"/>
          </p:cNvGrpSpPr>
          <p:nvPr/>
        </p:nvGrpSpPr>
        <p:grpSpPr>
          <a:xfrm>
            <a:off x="1372166" y="1934655"/>
            <a:ext cx="436493" cy="1039033"/>
            <a:chOff x="3363401" y="1840231"/>
            <a:chExt cx="826935" cy="196844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B82DE1B-434B-5856-6302-060EEC18D1DF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q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54B301-6F43-0BCB-F658-9D7A213D0752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4414DDC-7B36-DC5B-8DBE-1C74F3828588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Google Shape;2371;p48">
            <a:extLst>
              <a:ext uri="{FF2B5EF4-FFF2-40B4-BE49-F238E27FC236}">
                <a16:creationId xmlns:a16="http://schemas.microsoft.com/office/drawing/2014/main" id="{E9847CDE-A6E8-8790-A719-3578F68CA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Restricted Turing Machines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8;p49">
                <a:extLst>
                  <a:ext uri="{FF2B5EF4-FFF2-40B4-BE49-F238E27FC236}">
                    <a16:creationId xmlns:a16="http://schemas.microsoft.com/office/drawing/2014/main" id="{236EB828-C511-C0DA-FC80-5A46871C1BC8}"/>
                  </a:ext>
                </a:extLst>
              </p:cNvPr>
              <p:cNvSpPr txBox="1"/>
              <p:nvPr/>
            </p:nvSpPr>
            <p:spPr>
              <a:xfrm>
                <a:off x="1590412" y="3757672"/>
                <a:ext cx="6248969" cy="5626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𝛿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: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𝑄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Γ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→(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𝑄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∪{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𝑌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𝑁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𝐻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})×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Γ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×</m:t>
                      </m:r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{←, →}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2" name="Google Shape;2398;p49">
                <a:extLst>
                  <a:ext uri="{FF2B5EF4-FFF2-40B4-BE49-F238E27FC236}">
                    <a16:creationId xmlns:a16="http://schemas.microsoft.com/office/drawing/2014/main" id="{236EB828-C511-C0DA-FC80-5A46871C1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412" y="3757672"/>
                <a:ext cx="6248969" cy="562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79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isEven</a:t>
            </a:r>
            <a:r>
              <a:rPr lang="en-US" dirty="0"/>
              <a:t>’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79223796"/>
                  </p:ext>
                </p:extLst>
              </p:nvPr>
            </p:nvGraphicFramePr>
            <p:xfrm>
              <a:off x="1109816" y="1343256"/>
              <a:ext cx="6924368" cy="3527972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0, →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4730859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𝑌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79223796"/>
                  </p:ext>
                </p:extLst>
              </p:nvPr>
            </p:nvGraphicFramePr>
            <p:xfrm>
              <a:off x="1109816" y="1343256"/>
              <a:ext cx="6924368" cy="3527972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759" r="-3169" b="-3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102759" r="-303169" b="-2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102759" r="-203169" b="-2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102759" r="-103169" b="-2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102759" r="-3169" b="-2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202759" r="-3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202759" r="-2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202759" r="-1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02759" r="-3169" b="-1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4730859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302759" r="-3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302759" r="-2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302759" r="-1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302759" r="-3169" b="-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68392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0283BE9-EF7F-1813-BEB5-490314D46C21}"/>
                  </a:ext>
                </a:extLst>
              </p:cNvPr>
              <p:cNvSpPr/>
              <p:nvPr/>
            </p:nvSpPr>
            <p:spPr>
              <a:xfrm>
                <a:off x="218927" y="811820"/>
                <a:ext cx="1447790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0283BE9-EF7F-1813-BEB5-490314D46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27" y="811820"/>
                <a:ext cx="1447790" cy="604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77C09C6-DE23-7726-8A4B-3EDF00C43258}"/>
              </a:ext>
            </a:extLst>
          </p:cNvPr>
          <p:cNvSpPr/>
          <p:nvPr/>
        </p:nvSpPr>
        <p:spPr>
          <a:xfrm>
            <a:off x="218926" y="142808"/>
            <a:ext cx="144779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#</a:t>
            </a:r>
            <a:endParaRPr lang="en-RO" sz="2000" dirty="0">
              <a:solidFill>
                <a:schemeClr val="accent6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DCF4DB-5E4F-53FB-CD9F-D8E099286FF3}"/>
              </a:ext>
            </a:extLst>
          </p:cNvPr>
          <p:cNvSpPr txBox="1">
            <a:spLocks/>
          </p:cNvSpPr>
          <p:nvPr/>
        </p:nvSpPr>
        <p:spPr>
          <a:xfrm>
            <a:off x="379693" y="1480832"/>
            <a:ext cx="1119243" cy="30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2000" dirty="0"/>
              <a:t>pair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32F65B4-4012-B711-6F1D-4A3AC9A69C07}"/>
                  </a:ext>
                </a:extLst>
              </p:cNvPr>
              <p:cNvSpPr/>
              <p:nvPr/>
            </p:nvSpPr>
            <p:spPr>
              <a:xfrm>
                <a:off x="1879947" y="826259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32F65B4-4012-B711-6F1D-4A3AC9A69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947" y="826259"/>
                <a:ext cx="833736" cy="604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293707-FACA-32D9-F8AF-2D684AD42487}"/>
                  </a:ext>
                </a:extLst>
              </p:cNvPr>
              <p:cNvSpPr/>
              <p:nvPr/>
            </p:nvSpPr>
            <p:spPr>
              <a:xfrm>
                <a:off x="1879946" y="157247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293707-FACA-32D9-F8AF-2D684AD424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946" y="157247"/>
                <a:ext cx="833736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5BCBA80-4DAE-FD67-AF6D-965C3AA2FCD9}"/>
                  </a:ext>
                </a:extLst>
              </p:cNvPr>
              <p:cNvSpPr/>
              <p:nvPr/>
            </p:nvSpPr>
            <p:spPr>
              <a:xfrm>
                <a:off x="2820302" y="824058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5BCBA80-4DAE-FD67-AF6D-965C3AA2FC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302" y="824058"/>
                <a:ext cx="833736" cy="604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BB4779-0778-D73E-F15E-9868F7E5ADB0}"/>
                  </a:ext>
                </a:extLst>
              </p:cNvPr>
              <p:cNvSpPr/>
              <p:nvPr/>
            </p:nvSpPr>
            <p:spPr>
              <a:xfrm>
                <a:off x="2820301" y="155046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BB4779-0778-D73E-F15E-9868F7E5A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301" y="155046"/>
                <a:ext cx="833736" cy="604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590E9BC-E9AB-4E94-BCD5-E4B288348F72}"/>
                  </a:ext>
                </a:extLst>
              </p:cNvPr>
              <p:cNvSpPr/>
              <p:nvPr/>
            </p:nvSpPr>
            <p:spPr>
              <a:xfrm>
                <a:off x="6081829" y="806748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590E9BC-E9AB-4E94-BCD5-E4B288348F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829" y="806748"/>
                <a:ext cx="356939" cy="6044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8C106CD-8B5C-25A2-5C65-6DAB4BAC7AD2}"/>
                  </a:ext>
                </a:extLst>
              </p:cNvPr>
              <p:cNvSpPr/>
              <p:nvPr/>
            </p:nvSpPr>
            <p:spPr>
              <a:xfrm>
                <a:off x="6081828" y="137736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8C106CD-8B5C-25A2-5C65-6DAB4BAC7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828" y="137736"/>
                <a:ext cx="356939" cy="604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31D65B5-DA7B-11E1-D26A-7F5AE62FD0F6}"/>
                  </a:ext>
                </a:extLst>
              </p:cNvPr>
              <p:cNvSpPr/>
              <p:nvPr/>
            </p:nvSpPr>
            <p:spPr>
              <a:xfrm>
                <a:off x="6584287" y="815393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31D65B5-DA7B-11E1-D26A-7F5AE62FD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87" y="815393"/>
                <a:ext cx="356939" cy="5871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CFC3598-5484-D573-494E-75FF8ABB3200}"/>
                  </a:ext>
                </a:extLst>
              </p:cNvPr>
              <p:cNvSpPr/>
              <p:nvPr/>
            </p:nvSpPr>
            <p:spPr>
              <a:xfrm>
                <a:off x="6584286" y="146381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CFC3598-5484-D573-494E-75FF8ABB3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86" y="146381"/>
                <a:ext cx="356939" cy="5871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E814233-FEA5-B35C-14B9-8943B155F789}"/>
                  </a:ext>
                </a:extLst>
              </p:cNvPr>
              <p:cNvSpPr/>
              <p:nvPr/>
            </p:nvSpPr>
            <p:spPr>
              <a:xfrm>
                <a:off x="7058968" y="806748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200" b="1" smtClean="0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E814233-FEA5-B35C-14B9-8943B155F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968" y="806748"/>
                <a:ext cx="356939" cy="5871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6B5E86E-F32A-E824-7A0B-0C507884BF19}"/>
                  </a:ext>
                </a:extLst>
              </p:cNvPr>
              <p:cNvSpPr/>
              <p:nvPr/>
            </p:nvSpPr>
            <p:spPr>
              <a:xfrm>
                <a:off x="7058967" y="137736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8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6B5E86E-F32A-E824-7A0B-0C507884B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967" y="137736"/>
                <a:ext cx="356939" cy="5871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207C92A-7EC2-A9B4-B8A7-1E9D6013056D}"/>
                  </a:ext>
                </a:extLst>
              </p:cNvPr>
              <p:cNvSpPr/>
              <p:nvPr/>
            </p:nvSpPr>
            <p:spPr>
              <a:xfrm>
                <a:off x="7594051" y="798102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207C92A-7EC2-A9B4-B8A7-1E9D601305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051" y="798102"/>
                <a:ext cx="356939" cy="60443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0DF7408-A539-AC2A-470A-3E6ED8972989}"/>
                  </a:ext>
                </a:extLst>
              </p:cNvPr>
              <p:cNvSpPr/>
              <p:nvPr/>
            </p:nvSpPr>
            <p:spPr>
              <a:xfrm>
                <a:off x="7594050" y="129090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0DF7408-A539-AC2A-470A-3E6ED8972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050" y="129090"/>
                <a:ext cx="356939" cy="604434"/>
              </a:xfrm>
              <a:prstGeom prst="rect">
                <a:avLst/>
              </a:prstGeom>
              <a:blipFill>
                <a:blip r:embed="rId15"/>
                <a:stretch>
                  <a:fillRect l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C74959-DB67-294F-CBA7-9AA088746353}"/>
                  </a:ext>
                </a:extLst>
              </p:cNvPr>
              <p:cNvSpPr/>
              <p:nvPr/>
            </p:nvSpPr>
            <p:spPr>
              <a:xfrm>
                <a:off x="8079697" y="798102"/>
                <a:ext cx="541552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C74959-DB67-294F-CBA7-9AA088746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697" y="798102"/>
                <a:ext cx="541552" cy="60443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A426187-85B1-BAD0-3B6B-F730118B7265}"/>
                  </a:ext>
                </a:extLst>
              </p:cNvPr>
              <p:cNvSpPr/>
              <p:nvPr/>
            </p:nvSpPr>
            <p:spPr>
              <a:xfrm>
                <a:off x="8079696" y="129090"/>
                <a:ext cx="541552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A426187-85B1-BAD0-3B6B-F730118B7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696" y="129090"/>
                <a:ext cx="541552" cy="60443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C9F7B49-16FC-789F-C3FB-45B9828EAF6D}"/>
                  </a:ext>
                </a:extLst>
              </p:cNvPr>
              <p:cNvSpPr/>
              <p:nvPr/>
            </p:nvSpPr>
            <p:spPr>
              <a:xfrm>
                <a:off x="220068" y="4236961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C9F7B49-16FC-789F-C3FB-45B9828EAF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68" y="4236961"/>
                <a:ext cx="833736" cy="60443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FB61300-B4B2-D9F0-FA8B-4B2C194DD09A}"/>
                  </a:ext>
                </a:extLst>
              </p:cNvPr>
              <p:cNvSpPr/>
              <p:nvPr/>
            </p:nvSpPr>
            <p:spPr>
              <a:xfrm>
                <a:off x="220067" y="3567949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FB61300-B4B2-D9F0-FA8B-4B2C194DD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67" y="3567949"/>
                <a:ext cx="833736" cy="60443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0B29D48-1795-8F3A-E97A-75C6FBAF6FCD}"/>
                  </a:ext>
                </a:extLst>
              </p:cNvPr>
              <p:cNvSpPr/>
              <p:nvPr/>
            </p:nvSpPr>
            <p:spPr>
              <a:xfrm>
                <a:off x="1159282" y="4236961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0B29D48-1795-8F3A-E97A-75C6FBAF6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282" y="4236961"/>
                <a:ext cx="833736" cy="60443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9B3042-C964-9E67-5255-6A9F4D0D7D51}"/>
                  </a:ext>
                </a:extLst>
              </p:cNvPr>
              <p:cNvSpPr/>
              <p:nvPr/>
            </p:nvSpPr>
            <p:spPr>
              <a:xfrm>
                <a:off x="1159281" y="3567949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9B3042-C964-9E67-5255-6A9F4D0D7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281" y="3567949"/>
                <a:ext cx="833736" cy="60443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F8506C1-15CD-45A7-32A7-38EC5DF7135F}"/>
                  </a:ext>
                </a:extLst>
              </p:cNvPr>
              <p:cNvSpPr/>
              <p:nvPr/>
            </p:nvSpPr>
            <p:spPr>
              <a:xfrm>
                <a:off x="2142579" y="4236961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tx1"/>
                          </a:solidFill>
                        </a:rPr>
                        <m:t>□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F8506C1-15CD-45A7-32A7-38EC5DF71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579" y="4236961"/>
                <a:ext cx="833736" cy="60443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4472673-3D3E-786A-C1BB-045C69E0686C}"/>
                  </a:ext>
                </a:extLst>
              </p:cNvPr>
              <p:cNvSpPr/>
              <p:nvPr/>
            </p:nvSpPr>
            <p:spPr>
              <a:xfrm>
                <a:off x="2142578" y="3567949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4472673-3D3E-786A-C1BB-045C69E068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578" y="3567949"/>
                <a:ext cx="833736" cy="60443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14B8F98-13B7-F93D-1275-6EE199EEC621}"/>
                  </a:ext>
                </a:extLst>
              </p:cNvPr>
              <p:cNvSpPr/>
              <p:nvPr/>
            </p:nvSpPr>
            <p:spPr>
              <a:xfrm>
                <a:off x="3164307" y="4236961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14B8F98-13B7-F93D-1275-6EE199EEC6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307" y="4236961"/>
                <a:ext cx="364087" cy="6044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DDA0352-9CE3-F10B-D4AA-6D3AD8418305}"/>
                  </a:ext>
                </a:extLst>
              </p:cNvPr>
              <p:cNvSpPr/>
              <p:nvPr/>
            </p:nvSpPr>
            <p:spPr>
              <a:xfrm>
                <a:off x="3164306" y="3567949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DDA0352-9CE3-F10B-D4AA-6D3AD8418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306" y="3567949"/>
                <a:ext cx="364087" cy="604434"/>
              </a:xfrm>
              <a:prstGeom prst="rect">
                <a:avLst/>
              </a:prstGeom>
              <a:blipFill>
                <a:blip r:embed="rId25"/>
                <a:stretch>
                  <a:fillRect l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0A8D2ED-06F3-7F3C-B516-0CC9F69F0D7A}"/>
                  </a:ext>
                </a:extLst>
              </p:cNvPr>
              <p:cNvSpPr/>
              <p:nvPr/>
            </p:nvSpPr>
            <p:spPr>
              <a:xfrm>
                <a:off x="3607239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0A8D2ED-06F3-7F3C-B516-0CC9F69F0D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239" y="4232319"/>
                <a:ext cx="364087" cy="6044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3E7270A-2925-A166-95A4-13C4644676D5}"/>
                  </a:ext>
                </a:extLst>
              </p:cNvPr>
              <p:cNvSpPr/>
              <p:nvPr/>
            </p:nvSpPr>
            <p:spPr>
              <a:xfrm>
                <a:off x="3607238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3E7270A-2925-A166-95A4-13C464467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238" y="3563307"/>
                <a:ext cx="364087" cy="604434"/>
              </a:xfrm>
              <a:prstGeom prst="rect">
                <a:avLst/>
              </a:prstGeom>
              <a:blipFill>
                <a:blip r:embed="rId27"/>
                <a:stretch>
                  <a:fillRect l="-20635" r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8472784-C2FF-AA5E-DF69-B2F37DE58091}"/>
                  </a:ext>
                </a:extLst>
              </p:cNvPr>
              <p:cNvSpPr/>
              <p:nvPr/>
            </p:nvSpPr>
            <p:spPr>
              <a:xfrm>
                <a:off x="7091190" y="2460831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8472784-C2FF-AA5E-DF69-B2F37DE580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190" y="2460831"/>
                <a:ext cx="833736" cy="60443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A9E9550-FF93-B7CD-2C8E-F8042913A298}"/>
                  </a:ext>
                </a:extLst>
              </p:cNvPr>
              <p:cNvSpPr/>
              <p:nvPr/>
            </p:nvSpPr>
            <p:spPr>
              <a:xfrm>
                <a:off x="7091189" y="1791819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A9E9550-FF93-B7CD-2C8E-F8042913A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189" y="1791819"/>
                <a:ext cx="833736" cy="60443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A6E0B05-B4BF-3A17-6218-8A568E0C826E}"/>
                  </a:ext>
                </a:extLst>
              </p:cNvPr>
              <p:cNvSpPr/>
              <p:nvPr/>
            </p:nvSpPr>
            <p:spPr>
              <a:xfrm>
                <a:off x="4067659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A6E0B05-B4BF-3A17-6218-8A568E0C8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59" y="4232319"/>
                <a:ext cx="364087" cy="60443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A6B9F92-FD2C-BC2C-4780-7C45ACD7A8BD}"/>
                  </a:ext>
                </a:extLst>
              </p:cNvPr>
              <p:cNvSpPr/>
              <p:nvPr/>
            </p:nvSpPr>
            <p:spPr>
              <a:xfrm>
                <a:off x="4067658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A6B9F92-FD2C-BC2C-4780-7C45ACD7A8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58" y="3563307"/>
                <a:ext cx="364087" cy="604434"/>
              </a:xfrm>
              <a:prstGeom prst="rect">
                <a:avLst/>
              </a:prstGeom>
              <a:blipFill>
                <a:blip r:embed="rId31"/>
                <a:stretch>
                  <a:fillRect l="-14063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1F53D8E-30B2-CCAB-524E-9252947AB9A9}"/>
                  </a:ext>
                </a:extLst>
              </p:cNvPr>
              <p:cNvSpPr/>
              <p:nvPr/>
            </p:nvSpPr>
            <p:spPr>
              <a:xfrm>
                <a:off x="4590536" y="4236961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1F53D8E-30B2-CCAB-524E-9252947AB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536" y="4236961"/>
                <a:ext cx="364087" cy="604434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27714E7-1824-C1ED-E8A2-8D493C60F313}"/>
                  </a:ext>
                </a:extLst>
              </p:cNvPr>
              <p:cNvSpPr/>
              <p:nvPr/>
            </p:nvSpPr>
            <p:spPr>
              <a:xfrm>
                <a:off x="4590535" y="3567949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27714E7-1824-C1ED-E8A2-8D493C60F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535" y="3567949"/>
                <a:ext cx="364087" cy="604434"/>
              </a:xfrm>
              <a:prstGeom prst="rect">
                <a:avLst/>
              </a:prstGeom>
              <a:blipFill>
                <a:blip r:embed="rId33"/>
                <a:stretch>
                  <a:fillRect l="-18750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F842BEE-AAAB-6127-1833-C33F9711AB1A}"/>
                  </a:ext>
                </a:extLst>
              </p:cNvPr>
              <p:cNvSpPr/>
              <p:nvPr/>
            </p:nvSpPr>
            <p:spPr>
              <a:xfrm>
                <a:off x="5033468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F842BEE-AAAB-6127-1833-C33F9711AB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468" y="4232319"/>
                <a:ext cx="364087" cy="60443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8A999F5-17E5-7310-4734-73B9388DEF8C}"/>
                  </a:ext>
                </a:extLst>
              </p:cNvPr>
              <p:cNvSpPr/>
              <p:nvPr/>
            </p:nvSpPr>
            <p:spPr>
              <a:xfrm>
                <a:off x="5033467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8A999F5-17E5-7310-4734-73B9388DEF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467" y="3563307"/>
                <a:ext cx="364087" cy="604434"/>
              </a:xfrm>
              <a:prstGeom prst="rect">
                <a:avLst/>
              </a:prstGeom>
              <a:blipFill>
                <a:blip r:embed="rId35"/>
                <a:stretch>
                  <a:fillRect l="-20635" r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F847F48-24BE-3E29-7D2D-7420761B913D}"/>
                  </a:ext>
                </a:extLst>
              </p:cNvPr>
              <p:cNvSpPr/>
              <p:nvPr/>
            </p:nvSpPr>
            <p:spPr>
              <a:xfrm>
                <a:off x="5493888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F847F48-24BE-3E29-7D2D-7420761B91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888" y="4232319"/>
                <a:ext cx="364087" cy="60443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AFE7EFB-65F7-5F2E-842E-7E33779148E7}"/>
                  </a:ext>
                </a:extLst>
              </p:cNvPr>
              <p:cNvSpPr/>
              <p:nvPr/>
            </p:nvSpPr>
            <p:spPr>
              <a:xfrm>
                <a:off x="5493887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AFE7EFB-65F7-5F2E-842E-7E33779148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887" y="3563307"/>
                <a:ext cx="364087" cy="604434"/>
              </a:xfrm>
              <a:prstGeom prst="rect">
                <a:avLst/>
              </a:prstGeom>
              <a:blipFill>
                <a:blip r:embed="rId37"/>
                <a:stretch>
                  <a:fillRect l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9D91124-850B-14B1-512B-54CD3FF47130}"/>
                  </a:ext>
                </a:extLst>
              </p:cNvPr>
              <p:cNvSpPr/>
              <p:nvPr/>
            </p:nvSpPr>
            <p:spPr>
              <a:xfrm>
                <a:off x="6081829" y="4236961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9D91124-850B-14B1-512B-54CD3FF47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829" y="4236961"/>
                <a:ext cx="364087" cy="60443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86336E0-741A-C1D7-B51A-FBC79CC45EAB}"/>
                  </a:ext>
                </a:extLst>
              </p:cNvPr>
              <p:cNvSpPr/>
              <p:nvPr/>
            </p:nvSpPr>
            <p:spPr>
              <a:xfrm>
                <a:off x="6081828" y="3567949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86336E0-741A-C1D7-B51A-FBC79CC45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828" y="3567949"/>
                <a:ext cx="364087" cy="604434"/>
              </a:xfrm>
              <a:prstGeom prst="rect">
                <a:avLst/>
              </a:prstGeom>
              <a:blipFill>
                <a:blip r:embed="rId39"/>
                <a:stretch>
                  <a:fillRect l="-25397" r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BF7D082-7AE0-3694-1A86-8510E70CC833}"/>
                  </a:ext>
                </a:extLst>
              </p:cNvPr>
              <p:cNvSpPr/>
              <p:nvPr/>
            </p:nvSpPr>
            <p:spPr>
              <a:xfrm>
                <a:off x="6524761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BF7D082-7AE0-3694-1A86-8510E70CC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761" y="4232319"/>
                <a:ext cx="364087" cy="60443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EDDDBD2-2EFE-204D-292B-0F950EA387A7}"/>
                  </a:ext>
                </a:extLst>
              </p:cNvPr>
              <p:cNvSpPr/>
              <p:nvPr/>
            </p:nvSpPr>
            <p:spPr>
              <a:xfrm>
                <a:off x="6524760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EDDDBD2-2EFE-204D-292B-0F950EA38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760" y="3563307"/>
                <a:ext cx="364087" cy="604434"/>
              </a:xfrm>
              <a:prstGeom prst="rect">
                <a:avLst/>
              </a:prstGeom>
              <a:blipFill>
                <a:blip r:embed="rId41"/>
                <a:stretch>
                  <a:fillRect l="-23438"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DEDF3C6-BD29-5F0D-D4B3-B48350B10B0A}"/>
                  </a:ext>
                </a:extLst>
              </p:cNvPr>
              <p:cNvSpPr/>
              <p:nvPr/>
            </p:nvSpPr>
            <p:spPr>
              <a:xfrm>
                <a:off x="6985181" y="4232319"/>
                <a:ext cx="426544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DEDF3C6-BD29-5F0D-D4B3-B48350B10B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181" y="4232319"/>
                <a:ext cx="426544" cy="60443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2AFE3572-C521-2C27-4B1D-C94FD431E170}"/>
                  </a:ext>
                </a:extLst>
              </p:cNvPr>
              <p:cNvSpPr/>
              <p:nvPr/>
            </p:nvSpPr>
            <p:spPr>
              <a:xfrm>
                <a:off x="6985180" y="3563307"/>
                <a:ext cx="426544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2AFE3572-C521-2C27-4B1D-C94FD431E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180" y="3563307"/>
                <a:ext cx="426544" cy="604434"/>
              </a:xfrm>
              <a:prstGeom prst="rect">
                <a:avLst/>
              </a:prstGeom>
              <a:blipFill>
                <a:blip r:embed="rId43"/>
                <a:stretch>
                  <a:fillRect l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D8FC5C2D-45C9-C4CA-F24C-7D63116066E4}"/>
                  </a:ext>
                </a:extLst>
              </p:cNvPr>
              <p:cNvSpPr/>
              <p:nvPr/>
            </p:nvSpPr>
            <p:spPr>
              <a:xfrm>
                <a:off x="7508058" y="4236961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D8FC5C2D-45C9-C4CA-F24C-7D6311606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058" y="4236961"/>
                <a:ext cx="364087" cy="60443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36007A0-CB11-D3B9-149B-E89BEF521FC9}"/>
                  </a:ext>
                </a:extLst>
              </p:cNvPr>
              <p:cNvSpPr/>
              <p:nvPr/>
            </p:nvSpPr>
            <p:spPr>
              <a:xfrm>
                <a:off x="7508057" y="3567949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36007A0-CB11-D3B9-149B-E89BEF521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057" y="3567949"/>
                <a:ext cx="364087" cy="604434"/>
              </a:xfrm>
              <a:prstGeom prst="rect">
                <a:avLst/>
              </a:prstGeom>
              <a:blipFill>
                <a:blip r:embed="rId45"/>
                <a:stretch>
                  <a:fillRect l="-25397" r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853D445-F38C-1398-96F5-F6D7CAF48835}"/>
                  </a:ext>
                </a:extLst>
              </p:cNvPr>
              <p:cNvSpPr/>
              <p:nvPr/>
            </p:nvSpPr>
            <p:spPr>
              <a:xfrm>
                <a:off x="7950990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853D445-F38C-1398-96F5-F6D7CAF48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990" y="4232319"/>
                <a:ext cx="364087" cy="60443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BCD256B-96CD-4294-35BD-8348BB688F5F}"/>
                  </a:ext>
                </a:extLst>
              </p:cNvPr>
              <p:cNvSpPr/>
              <p:nvPr/>
            </p:nvSpPr>
            <p:spPr>
              <a:xfrm>
                <a:off x="7950989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BCD256B-96CD-4294-35BD-8348BB688F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989" y="3563307"/>
                <a:ext cx="364087" cy="604434"/>
              </a:xfrm>
              <a:prstGeom prst="rect">
                <a:avLst/>
              </a:prstGeom>
              <a:blipFill>
                <a:blip r:embed="rId47"/>
                <a:stretch>
                  <a:fillRect l="-23438"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20E912C-73DD-1949-5A7E-521A3D5E4011}"/>
                  </a:ext>
                </a:extLst>
              </p:cNvPr>
              <p:cNvSpPr/>
              <p:nvPr/>
            </p:nvSpPr>
            <p:spPr>
              <a:xfrm>
                <a:off x="8411410" y="4232319"/>
                <a:ext cx="442932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20E912C-73DD-1949-5A7E-521A3D5E40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410" y="4232319"/>
                <a:ext cx="442932" cy="604434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DDC9EA7-CEC7-340B-0210-BAF4785473C1}"/>
                  </a:ext>
                </a:extLst>
              </p:cNvPr>
              <p:cNvSpPr/>
              <p:nvPr/>
            </p:nvSpPr>
            <p:spPr>
              <a:xfrm>
                <a:off x="8411409" y="3563307"/>
                <a:ext cx="442932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DDC9EA7-CEC7-340B-0210-BAF4785473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409" y="3563307"/>
                <a:ext cx="442932" cy="604434"/>
              </a:xfrm>
              <a:prstGeom prst="rect">
                <a:avLst/>
              </a:prstGeom>
              <a:blipFill>
                <a:blip r:embed="rId49"/>
                <a:stretch>
                  <a:fillRect l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61DDA792-E426-3AE5-DC8A-1A2F95FEBCB3}"/>
                  </a:ext>
                </a:extLst>
              </p:cNvPr>
              <p:cNvSpPr/>
              <p:nvPr/>
            </p:nvSpPr>
            <p:spPr>
              <a:xfrm>
                <a:off x="3814811" y="824058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61DDA792-E426-3AE5-DC8A-1A2F95FEBC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11" y="824058"/>
                <a:ext cx="833736" cy="604434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1E1A1FE-74BA-7807-DA6C-837BAA184754}"/>
                  </a:ext>
                </a:extLst>
              </p:cNvPr>
              <p:cNvSpPr/>
              <p:nvPr/>
            </p:nvSpPr>
            <p:spPr>
              <a:xfrm>
                <a:off x="3814810" y="155046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1E1A1FE-74BA-7807-DA6C-837BAA1847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10" y="155046"/>
                <a:ext cx="833736" cy="604434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B70E6A0-AD6E-EE4B-2E16-721B7F9E606D}"/>
                  </a:ext>
                </a:extLst>
              </p:cNvPr>
              <p:cNvSpPr/>
              <p:nvPr/>
            </p:nvSpPr>
            <p:spPr>
              <a:xfrm>
                <a:off x="1463079" y="2468985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B70E6A0-AD6E-EE4B-2E16-721B7F9E6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79" y="2468985"/>
                <a:ext cx="833736" cy="604434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56D2901A-6CB5-78B9-03A8-F261CAA6D613}"/>
                  </a:ext>
                </a:extLst>
              </p:cNvPr>
              <p:cNvSpPr/>
              <p:nvPr/>
            </p:nvSpPr>
            <p:spPr>
              <a:xfrm>
                <a:off x="1463078" y="1799973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56D2901A-6CB5-78B9-03A8-F261CAA6D6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78" y="1799973"/>
                <a:ext cx="833736" cy="604434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678CEB8-58DC-854F-C1C9-49216F0AE3CD}"/>
                  </a:ext>
                </a:extLst>
              </p:cNvPr>
              <p:cNvSpPr/>
              <p:nvPr/>
            </p:nvSpPr>
            <p:spPr>
              <a:xfrm>
                <a:off x="2403434" y="2466784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678CEB8-58DC-854F-C1C9-49216F0AE3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434" y="2466784"/>
                <a:ext cx="833736" cy="604434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386416F-2923-2B0E-15FA-F25846BBDCC6}"/>
                  </a:ext>
                </a:extLst>
              </p:cNvPr>
              <p:cNvSpPr/>
              <p:nvPr/>
            </p:nvSpPr>
            <p:spPr>
              <a:xfrm>
                <a:off x="2403433" y="1797772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386416F-2923-2B0E-15FA-F25846BBDC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433" y="1797772"/>
                <a:ext cx="833736" cy="604434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06B6E10-B841-C868-37F6-B1CE835F1869}"/>
                  </a:ext>
                </a:extLst>
              </p:cNvPr>
              <p:cNvSpPr/>
              <p:nvPr/>
            </p:nvSpPr>
            <p:spPr>
              <a:xfrm>
                <a:off x="3343789" y="2468985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06B6E10-B841-C868-37F6-B1CE835F1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789" y="2468985"/>
                <a:ext cx="833736" cy="604434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B784535-903F-D602-657B-9138CB1B54F9}"/>
                  </a:ext>
                </a:extLst>
              </p:cNvPr>
              <p:cNvSpPr/>
              <p:nvPr/>
            </p:nvSpPr>
            <p:spPr>
              <a:xfrm>
                <a:off x="3343788" y="1799973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B784535-903F-D602-657B-9138CB1B5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788" y="1799973"/>
                <a:ext cx="833736" cy="604434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72F50B48-5A79-EA6B-8705-FACC61FC719D}"/>
                  </a:ext>
                </a:extLst>
              </p:cNvPr>
              <p:cNvSpPr/>
              <p:nvPr/>
            </p:nvSpPr>
            <p:spPr>
              <a:xfrm>
                <a:off x="4284144" y="2466784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72F50B48-5A79-EA6B-8705-FACC61FC71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144" y="2466784"/>
                <a:ext cx="833736" cy="604434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DF40CCAB-372E-70BC-D892-BC6E8E69FEEE}"/>
                  </a:ext>
                </a:extLst>
              </p:cNvPr>
              <p:cNvSpPr/>
              <p:nvPr/>
            </p:nvSpPr>
            <p:spPr>
              <a:xfrm>
                <a:off x="4284143" y="1797772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DF40CCAB-372E-70BC-D892-BC6E8E69FE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143" y="1797772"/>
                <a:ext cx="833736" cy="604434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6FCF4FF-72F6-47D7-5BE0-2B548AA8ECA9}"/>
                  </a:ext>
                </a:extLst>
              </p:cNvPr>
              <p:cNvSpPr/>
              <p:nvPr/>
            </p:nvSpPr>
            <p:spPr>
              <a:xfrm>
                <a:off x="5224499" y="2466784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 b="1">
                              <a:solidFill>
                                <a:schemeClr val="tx1"/>
                              </a:solidFill>
                            </a:rPr>
                            <m:t>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6FCF4FF-72F6-47D7-5BE0-2B548AA8EC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499" y="2466784"/>
                <a:ext cx="833736" cy="604434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10C32D9-49FC-AB68-EADB-128F760EFBCA}"/>
                  </a:ext>
                </a:extLst>
              </p:cNvPr>
              <p:cNvSpPr/>
              <p:nvPr/>
            </p:nvSpPr>
            <p:spPr>
              <a:xfrm>
                <a:off x="5224498" y="1797772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10C32D9-49FC-AB68-EADB-128F760EF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498" y="1797772"/>
                <a:ext cx="833736" cy="604434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62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7" grpId="0" animBg="1"/>
      <p:bldP spid="8" grpId="0" animBg="1"/>
      <p:bldP spid="10" grpId="0" animBg="1"/>
      <p:bldP spid="11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20" grpId="0" animBg="1"/>
      <p:bldP spid="21" grpId="0" animBg="1"/>
      <p:bldP spid="43" grpId="0" animBg="1"/>
      <p:bldP spid="44" grpId="0" animBg="1"/>
      <p:bldP spid="46" grpId="0" animBg="1"/>
      <p:bldP spid="47" grpId="0" animBg="1"/>
      <p:bldP spid="55" grpId="0" animBg="1"/>
      <p:bldP spid="56" grpId="0" animBg="1"/>
      <p:bldP spid="58" grpId="0" animBg="1"/>
      <p:bldP spid="59" grpId="0" animBg="1"/>
      <p:bldP spid="61" grpId="0" animBg="1"/>
      <p:bldP spid="62" grpId="0" animBg="1"/>
      <p:bldP spid="64" grpId="0" animBg="1"/>
      <p:bldP spid="65" grpId="0" animBg="1"/>
      <p:bldP spid="67" grpId="0" animBg="1"/>
      <p:bldP spid="68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5" grpId="0" animBg="1"/>
      <p:bldP spid="106" grpId="0" animBg="1"/>
      <p:bldP spid="107" grpId="0" animBg="1"/>
      <p:bldP spid="10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71;p48">
                <a:extLst>
                  <a:ext uri="{FF2B5EF4-FFF2-40B4-BE49-F238E27FC236}">
                    <a16:creationId xmlns:a16="http://schemas.microsoft.com/office/drawing/2014/main" id="{2A3DCA66-1E0A-1397-5872-E90019C87611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836280" y="168713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isEven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′,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𝑡𝑖𝑙𝑒𝑠𝑒𝑡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𝑠𝑜𝑙𝑢𝑡𝑖𝑜𝑛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Google Shape;2371;p48">
                <a:extLst>
                  <a:ext uri="{FF2B5EF4-FFF2-40B4-BE49-F238E27FC236}">
                    <a16:creationId xmlns:a16="http://schemas.microsoft.com/office/drawing/2014/main" id="{2A3DCA66-1E0A-1397-5872-E90019C8761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6280" y="168713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0283BE9-EF7F-1813-BEB5-490314D46C21}"/>
                  </a:ext>
                </a:extLst>
              </p:cNvPr>
              <p:cNvSpPr/>
              <p:nvPr/>
            </p:nvSpPr>
            <p:spPr>
              <a:xfrm>
                <a:off x="418482" y="1594617"/>
                <a:ext cx="1447790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0283BE9-EF7F-1813-BEB5-490314D46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82" y="1594617"/>
                <a:ext cx="1447790" cy="604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77C09C6-DE23-7726-8A4B-3EDF00C43258}"/>
              </a:ext>
            </a:extLst>
          </p:cNvPr>
          <p:cNvSpPr/>
          <p:nvPr/>
        </p:nvSpPr>
        <p:spPr>
          <a:xfrm>
            <a:off x="418481" y="925605"/>
            <a:ext cx="144779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#</a:t>
            </a:r>
            <a:endParaRPr lang="en-RO" sz="2000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1686994-DF38-EAFB-A884-B3B7CE6664E6}"/>
                  </a:ext>
                </a:extLst>
              </p:cNvPr>
              <p:cNvSpPr/>
              <p:nvPr/>
            </p:nvSpPr>
            <p:spPr>
              <a:xfrm>
                <a:off x="1937677" y="1594617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1686994-DF38-EAFB-A884-B3B7CE666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677" y="1594617"/>
                <a:ext cx="833736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C4CEC95-2B67-8011-3EAC-A040FEB8041B}"/>
                  </a:ext>
                </a:extLst>
              </p:cNvPr>
              <p:cNvSpPr/>
              <p:nvPr/>
            </p:nvSpPr>
            <p:spPr>
              <a:xfrm>
                <a:off x="1937676" y="925605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C4CEC95-2B67-8011-3EAC-A040FEB804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676" y="925605"/>
                <a:ext cx="833736" cy="604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62BEAEA-D5F3-5D4F-4890-885F59170714}"/>
                  </a:ext>
                </a:extLst>
              </p:cNvPr>
              <p:cNvSpPr/>
              <p:nvPr/>
            </p:nvSpPr>
            <p:spPr>
              <a:xfrm>
                <a:off x="2835766" y="1594617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62BEAEA-D5F3-5D4F-4890-885F591707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766" y="1594617"/>
                <a:ext cx="356939" cy="604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38D8BF-80C2-2FC4-DCCA-AF34D392121D}"/>
                  </a:ext>
                </a:extLst>
              </p:cNvPr>
              <p:cNvSpPr/>
              <p:nvPr/>
            </p:nvSpPr>
            <p:spPr>
              <a:xfrm>
                <a:off x="2835765" y="925605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38D8BF-80C2-2FC4-DCCA-AF34D39212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765" y="925605"/>
                <a:ext cx="356939" cy="6044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C725F40-CE60-E499-FBAA-BE3C6A801E51}"/>
                  </a:ext>
                </a:extLst>
              </p:cNvPr>
              <p:cNvSpPr/>
              <p:nvPr/>
            </p:nvSpPr>
            <p:spPr>
              <a:xfrm>
                <a:off x="3257058" y="1594617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C725F40-CE60-E499-FBAA-BE3C6A801E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058" y="1594617"/>
                <a:ext cx="356939" cy="604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F9979E3-39B7-AF14-D005-076E292F4788}"/>
                  </a:ext>
                </a:extLst>
              </p:cNvPr>
              <p:cNvSpPr/>
              <p:nvPr/>
            </p:nvSpPr>
            <p:spPr>
              <a:xfrm>
                <a:off x="3257057" y="925605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F9979E3-39B7-AF14-D005-076E292F47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057" y="925605"/>
                <a:ext cx="356939" cy="6044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7E92281-3C82-6FB3-741D-C9D44665D9C7}"/>
                  </a:ext>
                </a:extLst>
              </p:cNvPr>
              <p:cNvSpPr/>
              <p:nvPr/>
            </p:nvSpPr>
            <p:spPr>
              <a:xfrm>
                <a:off x="3664028" y="1594617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7E92281-3C82-6FB3-741D-C9D44665D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028" y="1594617"/>
                <a:ext cx="356939" cy="6044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C0DEAE2-2093-FE1D-1714-83A1039CE068}"/>
                  </a:ext>
                </a:extLst>
              </p:cNvPr>
              <p:cNvSpPr/>
              <p:nvPr/>
            </p:nvSpPr>
            <p:spPr>
              <a:xfrm>
                <a:off x="3664027" y="925605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C0DEAE2-2093-FE1D-1714-83A1039CE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027" y="925605"/>
                <a:ext cx="356939" cy="604434"/>
              </a:xfrm>
              <a:prstGeom prst="rect">
                <a:avLst/>
              </a:prstGeom>
              <a:blipFill>
                <a:blip r:embed="rId12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5C4242C-B072-AE33-81CF-3621BBDF30B2}"/>
                  </a:ext>
                </a:extLst>
              </p:cNvPr>
              <p:cNvSpPr/>
              <p:nvPr/>
            </p:nvSpPr>
            <p:spPr>
              <a:xfrm>
                <a:off x="4086182" y="1594617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5C4242C-B072-AE33-81CF-3621BBDF30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182" y="1594617"/>
                <a:ext cx="356939" cy="5871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30DF3F3-E0E3-3A4C-CCE6-61EB66FCCC44}"/>
                  </a:ext>
                </a:extLst>
              </p:cNvPr>
              <p:cNvSpPr/>
              <p:nvPr/>
            </p:nvSpPr>
            <p:spPr>
              <a:xfrm>
                <a:off x="4086181" y="925605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30DF3F3-E0E3-3A4C-CCE6-61EB66FCCC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181" y="925605"/>
                <a:ext cx="356939" cy="5871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97F6FF1-8097-5CD8-18BE-433F89D918D4}"/>
                  </a:ext>
                </a:extLst>
              </p:cNvPr>
              <p:cNvSpPr/>
              <p:nvPr/>
            </p:nvSpPr>
            <p:spPr>
              <a:xfrm>
                <a:off x="4508335" y="1597456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97F6FF1-8097-5CD8-18BE-433F89D918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335" y="1597456"/>
                <a:ext cx="833736" cy="60443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8477ECA-05AC-0EDF-8859-4C96EEF5D4C6}"/>
                  </a:ext>
                </a:extLst>
              </p:cNvPr>
              <p:cNvSpPr/>
              <p:nvPr/>
            </p:nvSpPr>
            <p:spPr>
              <a:xfrm>
                <a:off x="4508334" y="928444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8477ECA-05AC-0EDF-8859-4C96EEF5D4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334" y="928444"/>
                <a:ext cx="833736" cy="60443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98641B2-BD1C-5769-D2C2-739DCD57FBA2}"/>
                  </a:ext>
                </a:extLst>
              </p:cNvPr>
              <p:cNvSpPr/>
              <p:nvPr/>
            </p:nvSpPr>
            <p:spPr>
              <a:xfrm>
                <a:off x="5407287" y="1594617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98641B2-BD1C-5769-D2C2-739DCD57FB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287" y="1594617"/>
                <a:ext cx="356939" cy="60443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4F8D761-596F-95D5-17BF-B0F4C1AC04F8}"/>
                  </a:ext>
                </a:extLst>
              </p:cNvPr>
              <p:cNvSpPr/>
              <p:nvPr/>
            </p:nvSpPr>
            <p:spPr>
              <a:xfrm>
                <a:off x="5407286" y="925605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4F8D761-596F-95D5-17BF-B0F4C1AC04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286" y="925605"/>
                <a:ext cx="356939" cy="60443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337E5D0-ED04-EEF9-FF3C-3AE3BBD71421}"/>
                  </a:ext>
                </a:extLst>
              </p:cNvPr>
              <p:cNvSpPr/>
              <p:nvPr/>
            </p:nvSpPr>
            <p:spPr>
              <a:xfrm>
                <a:off x="5830009" y="1594106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337E5D0-ED04-EEF9-FF3C-3AE3BBD71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009" y="1594106"/>
                <a:ext cx="356939" cy="60443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0F788B7-EFEB-BE2F-3E49-CA52083D471D}"/>
                  </a:ext>
                </a:extLst>
              </p:cNvPr>
              <p:cNvSpPr/>
              <p:nvPr/>
            </p:nvSpPr>
            <p:spPr>
              <a:xfrm>
                <a:off x="5830008" y="925094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0F788B7-EFEB-BE2F-3E49-CA52083D47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008" y="925094"/>
                <a:ext cx="356939" cy="604434"/>
              </a:xfrm>
              <a:prstGeom prst="rect">
                <a:avLst/>
              </a:prstGeom>
              <a:blipFill>
                <a:blip r:embed="rId20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36980BD-2E41-CFB8-9906-648F04B65068}"/>
                  </a:ext>
                </a:extLst>
              </p:cNvPr>
              <p:cNvSpPr/>
              <p:nvPr/>
            </p:nvSpPr>
            <p:spPr>
              <a:xfrm>
                <a:off x="6251301" y="1594617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36980BD-2E41-CFB8-9906-648F04B65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301" y="1594617"/>
                <a:ext cx="356939" cy="5871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1D3ECF3-1E58-E1C2-3C1C-79D9AC1DCD1F}"/>
                  </a:ext>
                </a:extLst>
              </p:cNvPr>
              <p:cNvSpPr/>
              <p:nvPr/>
            </p:nvSpPr>
            <p:spPr>
              <a:xfrm>
                <a:off x="6251300" y="925605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1D3ECF3-1E58-E1C2-3C1C-79D9AC1DCD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300" y="925605"/>
                <a:ext cx="356939" cy="5871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E36392C-7524-6A6A-442E-79D19E929AB8}"/>
                  </a:ext>
                </a:extLst>
              </p:cNvPr>
              <p:cNvSpPr/>
              <p:nvPr/>
            </p:nvSpPr>
            <p:spPr>
              <a:xfrm>
                <a:off x="6672593" y="1597456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E36392C-7524-6A6A-442E-79D19E929A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593" y="1597456"/>
                <a:ext cx="356939" cy="60443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3886822-564C-0623-5230-0A3C5CACEB39}"/>
                  </a:ext>
                </a:extLst>
              </p:cNvPr>
              <p:cNvSpPr/>
              <p:nvPr/>
            </p:nvSpPr>
            <p:spPr>
              <a:xfrm>
                <a:off x="6672592" y="928444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3886822-564C-0623-5230-0A3C5CACEB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592" y="928444"/>
                <a:ext cx="356939" cy="604434"/>
              </a:xfrm>
              <a:prstGeom prst="rect">
                <a:avLst/>
              </a:prstGeom>
              <a:blipFill>
                <a:blip r:embed="rId24"/>
                <a:stretch>
                  <a:fillRect l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587F805-5DF4-5DC0-0E0E-D2747213EC4E}"/>
                  </a:ext>
                </a:extLst>
              </p:cNvPr>
              <p:cNvSpPr/>
              <p:nvPr/>
            </p:nvSpPr>
            <p:spPr>
              <a:xfrm>
                <a:off x="7101652" y="1589092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587F805-5DF4-5DC0-0E0E-D2747213E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652" y="1589092"/>
                <a:ext cx="833736" cy="60443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CE8D9ACD-3F29-A177-65EA-5A6504BFD7C4}"/>
                  </a:ext>
                </a:extLst>
              </p:cNvPr>
              <p:cNvSpPr/>
              <p:nvPr/>
            </p:nvSpPr>
            <p:spPr>
              <a:xfrm>
                <a:off x="7101651" y="920080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CE8D9ACD-3F29-A177-65EA-5A6504BFD7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651" y="920080"/>
                <a:ext cx="833736" cy="6044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A4F51F2-E84F-F147-1D67-582560EA8421}"/>
                  </a:ext>
                </a:extLst>
              </p:cNvPr>
              <p:cNvSpPr/>
              <p:nvPr/>
            </p:nvSpPr>
            <p:spPr>
              <a:xfrm>
                <a:off x="439486" y="3032719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A4F51F2-E84F-F147-1D67-582560EA8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86" y="3032719"/>
                <a:ext cx="356939" cy="5871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5E1068EC-8176-E570-0CD3-156B2EA68B6F}"/>
                  </a:ext>
                </a:extLst>
              </p:cNvPr>
              <p:cNvSpPr/>
              <p:nvPr/>
            </p:nvSpPr>
            <p:spPr>
              <a:xfrm>
                <a:off x="439485" y="2363707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5E1068EC-8176-E570-0CD3-156B2EA68B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85" y="2363707"/>
                <a:ext cx="356939" cy="5871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976DA66-E277-7744-179F-C64698A9A445}"/>
                  </a:ext>
                </a:extLst>
              </p:cNvPr>
              <p:cNvSpPr/>
              <p:nvPr/>
            </p:nvSpPr>
            <p:spPr>
              <a:xfrm>
                <a:off x="881503" y="3032719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976DA66-E277-7744-179F-C64698A9A4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3" y="3032719"/>
                <a:ext cx="356939" cy="60443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913A7624-D473-B028-5024-A39A62D25765}"/>
                  </a:ext>
                </a:extLst>
              </p:cNvPr>
              <p:cNvSpPr/>
              <p:nvPr/>
            </p:nvSpPr>
            <p:spPr>
              <a:xfrm>
                <a:off x="881502" y="2363707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913A7624-D473-B028-5024-A39A62D257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2" y="2363707"/>
                <a:ext cx="356939" cy="604434"/>
              </a:xfrm>
              <a:prstGeom prst="rect">
                <a:avLst/>
              </a:prstGeom>
              <a:blipFill>
                <a:blip r:embed="rId30"/>
                <a:stretch>
                  <a:fillRect l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B702035-722D-4E4F-FC3F-462FB71214BF}"/>
                  </a:ext>
                </a:extLst>
              </p:cNvPr>
              <p:cNvSpPr/>
              <p:nvPr/>
            </p:nvSpPr>
            <p:spPr>
              <a:xfrm>
                <a:off x="8010142" y="1593057"/>
                <a:ext cx="541552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B702035-722D-4E4F-FC3F-462FB7121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142" y="1593057"/>
                <a:ext cx="541552" cy="60443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993E238-9B09-2CA6-8B95-E03F05F9AF97}"/>
                  </a:ext>
                </a:extLst>
              </p:cNvPr>
              <p:cNvSpPr/>
              <p:nvPr/>
            </p:nvSpPr>
            <p:spPr>
              <a:xfrm>
                <a:off x="8010141" y="924045"/>
                <a:ext cx="541552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993E238-9B09-2CA6-8B95-E03F05F9A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141" y="924045"/>
                <a:ext cx="541552" cy="604434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EE0E5E2D-376E-1FF2-973A-51F27ED842FD}"/>
                  </a:ext>
                </a:extLst>
              </p:cNvPr>
              <p:cNvSpPr/>
              <p:nvPr/>
            </p:nvSpPr>
            <p:spPr>
              <a:xfrm>
                <a:off x="1335843" y="3032719"/>
                <a:ext cx="92486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bg2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EE0E5E2D-376E-1FF2-973A-51F27ED842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843" y="3032719"/>
                <a:ext cx="924867" cy="60443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1136D45-3509-091C-EA40-FA9D95615CC7}"/>
                  </a:ext>
                </a:extLst>
              </p:cNvPr>
              <p:cNvSpPr/>
              <p:nvPr/>
            </p:nvSpPr>
            <p:spPr>
              <a:xfrm>
                <a:off x="1335842" y="2363707"/>
                <a:ext cx="92486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1136D45-3509-091C-EA40-FA9D95615C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842" y="2363707"/>
                <a:ext cx="924867" cy="60443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2F234F43-1FDB-CD03-E1EB-85984C927FCF}"/>
                  </a:ext>
                </a:extLst>
              </p:cNvPr>
              <p:cNvSpPr/>
              <p:nvPr/>
            </p:nvSpPr>
            <p:spPr>
              <a:xfrm>
                <a:off x="2358111" y="3032719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2F234F43-1FDB-CD03-E1EB-85984C927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111" y="3032719"/>
                <a:ext cx="356939" cy="60443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23B03993-EB22-3A90-FA51-5A3707F88E47}"/>
                  </a:ext>
                </a:extLst>
              </p:cNvPr>
              <p:cNvSpPr/>
              <p:nvPr/>
            </p:nvSpPr>
            <p:spPr>
              <a:xfrm>
                <a:off x="2358110" y="2363707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23B03993-EB22-3A90-FA51-5A3707F88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110" y="2363707"/>
                <a:ext cx="356939" cy="604434"/>
              </a:xfrm>
              <a:prstGeom prst="rect">
                <a:avLst/>
              </a:prstGeom>
              <a:blipFill>
                <a:blip r:embed="rId36"/>
                <a:stretch>
                  <a:fillRect l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A24921D6-150D-160B-2232-5A4F4B729D87}"/>
                  </a:ext>
                </a:extLst>
              </p:cNvPr>
              <p:cNvSpPr/>
              <p:nvPr/>
            </p:nvSpPr>
            <p:spPr>
              <a:xfrm>
                <a:off x="2812451" y="3032719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A24921D6-150D-160B-2232-5A4F4B729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451" y="3032719"/>
                <a:ext cx="356939" cy="587143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77D3956-A458-22E0-4A69-FA374D7432F3}"/>
                  </a:ext>
                </a:extLst>
              </p:cNvPr>
              <p:cNvSpPr/>
              <p:nvPr/>
            </p:nvSpPr>
            <p:spPr>
              <a:xfrm>
                <a:off x="2812450" y="2363707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77D3956-A458-22E0-4A69-FA374D7432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450" y="2363707"/>
                <a:ext cx="356939" cy="58714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D074C11B-70D3-5551-3064-58DDBB16D5EB}"/>
                  </a:ext>
                </a:extLst>
              </p:cNvPr>
              <p:cNvSpPr/>
              <p:nvPr/>
            </p:nvSpPr>
            <p:spPr>
              <a:xfrm>
                <a:off x="3250413" y="3032719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D074C11B-70D3-5551-3064-58DDBB16D5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413" y="3032719"/>
                <a:ext cx="356939" cy="60443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3D21BD1-3D22-C859-78C8-B89B60473D7F}"/>
                  </a:ext>
                </a:extLst>
              </p:cNvPr>
              <p:cNvSpPr/>
              <p:nvPr/>
            </p:nvSpPr>
            <p:spPr>
              <a:xfrm>
                <a:off x="3250412" y="2363707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3D21BD1-3D22-C859-78C8-B89B60473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412" y="2363707"/>
                <a:ext cx="356939" cy="60443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C596464-8149-85B9-9C9A-9D3CDE54F8DF}"/>
                  </a:ext>
                </a:extLst>
              </p:cNvPr>
              <p:cNvSpPr/>
              <p:nvPr/>
            </p:nvSpPr>
            <p:spPr>
              <a:xfrm>
                <a:off x="3676580" y="3036384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C596464-8149-85B9-9C9A-9D3CDE54F8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580" y="3036384"/>
                <a:ext cx="833736" cy="60443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AE1C6F5E-B6DC-8ECD-F20F-87100469EAB9}"/>
                  </a:ext>
                </a:extLst>
              </p:cNvPr>
              <p:cNvSpPr/>
              <p:nvPr/>
            </p:nvSpPr>
            <p:spPr>
              <a:xfrm>
                <a:off x="3676579" y="2367372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AE1C6F5E-B6DC-8ECD-F20F-87100469E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579" y="2367372"/>
                <a:ext cx="833736" cy="60443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C136C4D-AF77-C555-AAA3-A9AD7463ECAC}"/>
                  </a:ext>
                </a:extLst>
              </p:cNvPr>
              <p:cNvSpPr/>
              <p:nvPr/>
            </p:nvSpPr>
            <p:spPr>
              <a:xfrm>
                <a:off x="4595286" y="3050010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200" b="1" smtClean="0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C136C4D-AF77-C555-AAA3-A9AD7463EC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286" y="3050010"/>
                <a:ext cx="356939" cy="587143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FB2B9014-2C98-2BC0-C186-FB5D72B140D3}"/>
                  </a:ext>
                </a:extLst>
              </p:cNvPr>
              <p:cNvSpPr/>
              <p:nvPr/>
            </p:nvSpPr>
            <p:spPr>
              <a:xfrm>
                <a:off x="4595285" y="2380998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8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FB2B9014-2C98-2BC0-C186-FB5D72B140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285" y="2380998"/>
                <a:ext cx="356939" cy="587143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3B0239D5-9942-B32A-EAE8-49B67083CAC8}"/>
                  </a:ext>
                </a:extLst>
              </p:cNvPr>
              <p:cNvSpPr/>
              <p:nvPr/>
            </p:nvSpPr>
            <p:spPr>
              <a:xfrm>
                <a:off x="5064450" y="3032719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3B0239D5-9942-B32A-EAE8-49B67083CA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450" y="3032719"/>
                <a:ext cx="356939" cy="60443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9C693A3C-986E-3034-4C6B-0CF07BA37784}"/>
                  </a:ext>
                </a:extLst>
              </p:cNvPr>
              <p:cNvSpPr/>
              <p:nvPr/>
            </p:nvSpPr>
            <p:spPr>
              <a:xfrm>
                <a:off x="5064449" y="2363707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9C693A3C-986E-3034-4C6B-0CF07BA37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449" y="2363707"/>
                <a:ext cx="356939" cy="604434"/>
              </a:xfrm>
              <a:prstGeom prst="rect">
                <a:avLst/>
              </a:prstGeom>
              <a:blipFill>
                <a:blip r:embed="rId46"/>
                <a:stretch>
                  <a:fillRect l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E72DD8B-80EB-3A35-57C3-B07E3A200AA1}"/>
                  </a:ext>
                </a:extLst>
              </p:cNvPr>
              <p:cNvSpPr/>
              <p:nvPr/>
            </p:nvSpPr>
            <p:spPr>
              <a:xfrm>
                <a:off x="5515703" y="3031697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E72DD8B-80EB-3A35-57C3-B07E3A200A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703" y="3031697"/>
                <a:ext cx="356939" cy="587143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C07C9808-6299-905B-00FB-61CEFD9EEE6E}"/>
                  </a:ext>
                </a:extLst>
              </p:cNvPr>
              <p:cNvSpPr/>
              <p:nvPr/>
            </p:nvSpPr>
            <p:spPr>
              <a:xfrm>
                <a:off x="5515702" y="2362685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C07C9808-6299-905B-00FB-61CEFD9EEE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702" y="2362685"/>
                <a:ext cx="356939" cy="587143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0BB39B2-A8AD-EA27-579B-9B86D99AA578}"/>
                  </a:ext>
                </a:extLst>
              </p:cNvPr>
              <p:cNvSpPr/>
              <p:nvPr/>
            </p:nvSpPr>
            <p:spPr>
              <a:xfrm>
                <a:off x="5975522" y="3031697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0BB39B2-A8AD-EA27-579B-9B86D99AA5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522" y="3031697"/>
                <a:ext cx="356939" cy="604434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CFCB9C2A-1998-8BB3-BC5A-263E580AAD70}"/>
                  </a:ext>
                </a:extLst>
              </p:cNvPr>
              <p:cNvSpPr/>
              <p:nvPr/>
            </p:nvSpPr>
            <p:spPr>
              <a:xfrm>
                <a:off x="5975521" y="2362685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CFCB9C2A-1998-8BB3-BC5A-263E580AAD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521" y="2362685"/>
                <a:ext cx="356939" cy="604434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660B74D3-0E84-248C-9727-886FD5FDDE79}"/>
                  </a:ext>
                </a:extLst>
              </p:cNvPr>
              <p:cNvSpPr/>
              <p:nvPr/>
            </p:nvSpPr>
            <p:spPr>
              <a:xfrm>
                <a:off x="439486" y="4453530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660B74D3-0E84-248C-9727-886FD5FDDE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86" y="4453530"/>
                <a:ext cx="364087" cy="604434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5915DD3E-6580-AE72-64EE-80813467E333}"/>
                  </a:ext>
                </a:extLst>
              </p:cNvPr>
              <p:cNvSpPr/>
              <p:nvPr/>
            </p:nvSpPr>
            <p:spPr>
              <a:xfrm>
                <a:off x="439485" y="3784518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5915DD3E-6580-AE72-64EE-80813467E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85" y="3784518"/>
                <a:ext cx="364087" cy="604434"/>
              </a:xfrm>
              <a:prstGeom prst="rect">
                <a:avLst/>
              </a:prstGeom>
              <a:blipFill>
                <a:blip r:embed="rId52"/>
                <a:stretch>
                  <a:fillRect l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06941995-5EE4-E141-6E7E-11F731396CBC}"/>
                  </a:ext>
                </a:extLst>
              </p:cNvPr>
              <p:cNvSpPr/>
              <p:nvPr/>
            </p:nvSpPr>
            <p:spPr>
              <a:xfrm>
                <a:off x="7295845" y="3017833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06941995-5EE4-E141-6E7E-11F731396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845" y="3017833"/>
                <a:ext cx="356939" cy="604434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9FD2B2C-C43B-1903-BD0A-751F86AB8F41}"/>
                  </a:ext>
                </a:extLst>
              </p:cNvPr>
              <p:cNvSpPr/>
              <p:nvPr/>
            </p:nvSpPr>
            <p:spPr>
              <a:xfrm>
                <a:off x="7295844" y="2348821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9FD2B2C-C43B-1903-BD0A-751F86AB8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844" y="2348821"/>
                <a:ext cx="356939" cy="604434"/>
              </a:xfrm>
              <a:prstGeom prst="rect">
                <a:avLst/>
              </a:prstGeom>
              <a:blipFill>
                <a:blip r:embed="rId54"/>
                <a:stretch>
                  <a:fillRect l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7EA2F23E-7025-6756-540D-7CAFE7BF278B}"/>
                  </a:ext>
                </a:extLst>
              </p:cNvPr>
              <p:cNvSpPr/>
              <p:nvPr/>
            </p:nvSpPr>
            <p:spPr>
              <a:xfrm>
                <a:off x="7747556" y="3026319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7EA2F23E-7025-6756-540D-7CAFE7BF27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556" y="3026319"/>
                <a:ext cx="356939" cy="587143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AABBAB4B-ECF0-782B-EE82-048415047482}"/>
                  </a:ext>
                </a:extLst>
              </p:cNvPr>
              <p:cNvSpPr/>
              <p:nvPr/>
            </p:nvSpPr>
            <p:spPr>
              <a:xfrm>
                <a:off x="7747555" y="2357307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AABBAB4B-ECF0-782B-EE82-0484150474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555" y="2357307"/>
                <a:ext cx="356939" cy="587143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D1B4A7E0-7E04-E841-6E53-25BB7ED03183}"/>
                  </a:ext>
                </a:extLst>
              </p:cNvPr>
              <p:cNvSpPr/>
              <p:nvPr/>
            </p:nvSpPr>
            <p:spPr>
              <a:xfrm>
                <a:off x="881503" y="4453530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D1B4A7E0-7E04-E841-6E53-25BB7ED03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3" y="4453530"/>
                <a:ext cx="356939" cy="604434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474123B-A753-D968-F8D6-7C532D8257F5}"/>
                  </a:ext>
                </a:extLst>
              </p:cNvPr>
              <p:cNvSpPr/>
              <p:nvPr/>
            </p:nvSpPr>
            <p:spPr>
              <a:xfrm>
                <a:off x="881502" y="3784518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474123B-A753-D968-F8D6-7C532D8257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2" y="3784518"/>
                <a:ext cx="356939" cy="604434"/>
              </a:xfrm>
              <a:prstGeom prst="rect">
                <a:avLst/>
              </a:prstGeom>
              <a:blipFill>
                <a:blip r:embed="rId58"/>
                <a:stretch>
                  <a:fillRect l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5CAC699-B987-848F-9D88-7E3F844E2181}"/>
                  </a:ext>
                </a:extLst>
              </p:cNvPr>
              <p:cNvSpPr/>
              <p:nvPr/>
            </p:nvSpPr>
            <p:spPr>
              <a:xfrm>
                <a:off x="1770885" y="4453530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5CAC699-B987-848F-9D88-7E3F844E21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5" y="4453530"/>
                <a:ext cx="364087" cy="604434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D8780F51-7E36-0FD5-B90C-E7E807B9C51C}"/>
                  </a:ext>
                </a:extLst>
              </p:cNvPr>
              <p:cNvSpPr/>
              <p:nvPr/>
            </p:nvSpPr>
            <p:spPr>
              <a:xfrm>
                <a:off x="1770884" y="3784518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D8780F51-7E36-0FD5-B90C-E7E807B9C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4" y="3784518"/>
                <a:ext cx="364087" cy="604434"/>
              </a:xfrm>
              <a:prstGeom prst="rect">
                <a:avLst/>
              </a:prstGeom>
              <a:blipFill>
                <a:blip r:embed="rId60"/>
                <a:stretch>
                  <a:fillRect l="-18750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27A299C2-969C-2360-D144-B0F7E43D8ADA}"/>
                  </a:ext>
                </a:extLst>
              </p:cNvPr>
              <p:cNvSpPr/>
              <p:nvPr/>
            </p:nvSpPr>
            <p:spPr>
              <a:xfrm>
                <a:off x="3538013" y="4437340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27A299C2-969C-2360-D144-B0F7E43D8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013" y="4437340"/>
                <a:ext cx="833736" cy="604434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5A5A0B20-1ACB-B30E-3934-5F2BE619B7FD}"/>
                  </a:ext>
                </a:extLst>
              </p:cNvPr>
              <p:cNvSpPr/>
              <p:nvPr/>
            </p:nvSpPr>
            <p:spPr>
              <a:xfrm>
                <a:off x="3538012" y="3768328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5A5A0B20-1ACB-B30E-3934-5F2BE619B7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012" y="3768328"/>
                <a:ext cx="833736" cy="604434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FADBFAF6-7495-9A6A-9E46-6FFADD7A42B7}"/>
                  </a:ext>
                </a:extLst>
              </p:cNvPr>
              <p:cNvSpPr/>
              <p:nvPr/>
            </p:nvSpPr>
            <p:spPr>
              <a:xfrm>
                <a:off x="2208431" y="4453530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FADBFAF6-7495-9A6A-9E46-6FFADD7A42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431" y="4453530"/>
                <a:ext cx="356939" cy="604434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821D9743-E8AE-13A8-104A-551A294C7EDA}"/>
                  </a:ext>
                </a:extLst>
              </p:cNvPr>
              <p:cNvSpPr/>
              <p:nvPr/>
            </p:nvSpPr>
            <p:spPr>
              <a:xfrm>
                <a:off x="2208430" y="3784518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821D9743-E8AE-13A8-104A-551A294C7E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430" y="3784518"/>
                <a:ext cx="356939" cy="604434"/>
              </a:xfrm>
              <a:prstGeom prst="rect">
                <a:avLst/>
              </a:prstGeom>
              <a:blipFill>
                <a:blip r:embed="rId64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3C6DDC5-3666-4DC9-2A39-D677FB1E8E37}"/>
                  </a:ext>
                </a:extLst>
              </p:cNvPr>
              <p:cNvSpPr/>
              <p:nvPr/>
            </p:nvSpPr>
            <p:spPr>
              <a:xfrm>
                <a:off x="6406630" y="3026319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3C6DDC5-3666-4DC9-2A39-D677FB1E8E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630" y="3026319"/>
                <a:ext cx="356939" cy="604434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6AFFF3-F763-A3A4-038B-9AE9E09C8A5B}"/>
                  </a:ext>
                </a:extLst>
              </p:cNvPr>
              <p:cNvSpPr/>
              <p:nvPr/>
            </p:nvSpPr>
            <p:spPr>
              <a:xfrm>
                <a:off x="6406629" y="2357307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6AFFF3-F763-A3A4-038B-9AE9E09C8A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629" y="2357307"/>
                <a:ext cx="356939" cy="604434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BE4277E-9AD5-FF8F-A50E-F9CA878F1461}"/>
                  </a:ext>
                </a:extLst>
              </p:cNvPr>
              <p:cNvSpPr/>
              <p:nvPr/>
            </p:nvSpPr>
            <p:spPr>
              <a:xfrm>
                <a:off x="6844592" y="3026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BE4277E-9AD5-FF8F-A50E-F9CA878F1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592" y="3026319"/>
                <a:ext cx="364087" cy="604434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D6D0B1B-CAF2-8EB4-EB97-506A7BB04808}"/>
                  </a:ext>
                </a:extLst>
              </p:cNvPr>
              <p:cNvSpPr/>
              <p:nvPr/>
            </p:nvSpPr>
            <p:spPr>
              <a:xfrm>
                <a:off x="6844591" y="2357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D6D0B1B-CAF2-8EB4-EB97-506A7BB04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591" y="2357307"/>
                <a:ext cx="364087" cy="604434"/>
              </a:xfrm>
              <a:prstGeom prst="rect">
                <a:avLst/>
              </a:prstGeom>
              <a:blipFill>
                <a:blip r:embed="rId68"/>
                <a:stretch>
                  <a:fillRect l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FD19C7-21F0-9FAD-86A4-05A60EE9B79C}"/>
                  </a:ext>
                </a:extLst>
              </p:cNvPr>
              <p:cNvSpPr/>
              <p:nvPr/>
            </p:nvSpPr>
            <p:spPr>
              <a:xfrm>
                <a:off x="8172063" y="3017833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FD19C7-21F0-9FAD-86A4-05A60EE9B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063" y="3017833"/>
                <a:ext cx="356939" cy="604434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88478FA-8C60-666E-AE6B-DB2BF9A70FAB}"/>
                  </a:ext>
                </a:extLst>
              </p:cNvPr>
              <p:cNvSpPr/>
              <p:nvPr/>
            </p:nvSpPr>
            <p:spPr>
              <a:xfrm>
                <a:off x="8172062" y="2348821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88478FA-8C60-666E-AE6B-DB2BF9A70F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062" y="2348821"/>
                <a:ext cx="356939" cy="604434"/>
              </a:xfrm>
              <a:prstGeom prst="rect">
                <a:avLst/>
              </a:prstGeom>
              <a:blipFill>
                <a:blip r:embed="rId70"/>
                <a:stretch>
                  <a:fillRect l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094AFAF-5ABC-ADE6-5B90-86C5FBA3A3EF}"/>
                  </a:ext>
                </a:extLst>
              </p:cNvPr>
              <p:cNvSpPr/>
              <p:nvPr/>
            </p:nvSpPr>
            <p:spPr>
              <a:xfrm>
                <a:off x="1326194" y="4453530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094AFAF-5ABC-ADE6-5B90-86C5FBA3A3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194" y="4453530"/>
                <a:ext cx="356939" cy="587143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5F02F60-00CC-4775-6385-4A8FC78655F1}"/>
                  </a:ext>
                </a:extLst>
              </p:cNvPr>
              <p:cNvSpPr/>
              <p:nvPr/>
            </p:nvSpPr>
            <p:spPr>
              <a:xfrm>
                <a:off x="1326193" y="3784518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5F02F60-00CC-4775-6385-4A8FC78655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193" y="3784518"/>
                <a:ext cx="356939" cy="587143"/>
              </a:xfrm>
              <a:prstGeom prst="rect">
                <a:avLst/>
              </a:prstGeom>
              <a:blipFill>
                <a:blip r:embed="rId72"/>
                <a:stretch>
                  <a:fillRect l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7F6A7B9-F17D-9AEF-51FB-9D950FD86056}"/>
                  </a:ext>
                </a:extLst>
              </p:cNvPr>
              <p:cNvSpPr/>
              <p:nvPr/>
            </p:nvSpPr>
            <p:spPr>
              <a:xfrm>
                <a:off x="2653722" y="4453530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7F6A7B9-F17D-9AEF-51FB-9D950FD860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22" y="4453530"/>
                <a:ext cx="364087" cy="604434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4C17E05-7D15-99D4-273D-4F11CCD7A987}"/>
                  </a:ext>
                </a:extLst>
              </p:cNvPr>
              <p:cNvSpPr/>
              <p:nvPr/>
            </p:nvSpPr>
            <p:spPr>
              <a:xfrm>
                <a:off x="2653721" y="3784518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4C17E05-7D15-99D4-273D-4F11CCD7A9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21" y="3784518"/>
                <a:ext cx="364087" cy="604434"/>
              </a:xfrm>
              <a:prstGeom prst="rect">
                <a:avLst/>
              </a:prstGeom>
              <a:blipFill>
                <a:blip r:embed="rId74"/>
                <a:stretch>
                  <a:fillRect l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3053B8C-D967-289A-9CEF-633DDBB9A68F}"/>
                  </a:ext>
                </a:extLst>
              </p:cNvPr>
              <p:cNvSpPr/>
              <p:nvPr/>
            </p:nvSpPr>
            <p:spPr>
              <a:xfrm>
                <a:off x="3111454" y="4453530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3053B8C-D967-289A-9CEF-633DDBB9A6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454" y="4453530"/>
                <a:ext cx="356939" cy="604434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C958AD7-AC44-9741-D460-A9CC0F48FC82}"/>
                  </a:ext>
                </a:extLst>
              </p:cNvPr>
              <p:cNvSpPr/>
              <p:nvPr/>
            </p:nvSpPr>
            <p:spPr>
              <a:xfrm>
                <a:off x="3111453" y="3784518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C958AD7-AC44-9741-D460-A9CC0F48FC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453" y="3784518"/>
                <a:ext cx="356939" cy="604434"/>
              </a:xfrm>
              <a:prstGeom prst="rect">
                <a:avLst/>
              </a:prstGeom>
              <a:blipFill>
                <a:blip r:embed="rId76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44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9" grpId="0" animBg="1"/>
      <p:bldP spid="12" grpId="0" animBg="1"/>
      <p:bldP spid="13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7" grpId="0" animBg="1"/>
      <p:bldP spid="60" grpId="0" animBg="1"/>
      <p:bldP spid="63" grpId="0" animBg="1"/>
      <p:bldP spid="76" grpId="0" animBg="1"/>
      <p:bldP spid="77" grpId="0" animBg="1"/>
      <p:bldP spid="78" grpId="0" animBg="1"/>
      <p:bldP spid="79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90" grpId="0" animBg="1"/>
      <p:bldP spid="91" grpId="0" animBg="1"/>
      <p:bldP spid="92" grpId="0" animBg="1"/>
      <p:bldP spid="93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6" grpId="0" animBg="1"/>
      <p:bldP spid="7" grpId="0" animBg="1"/>
      <p:bldP spid="8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0283BE9-EF7F-1813-BEB5-490314D46C21}"/>
                  </a:ext>
                </a:extLst>
              </p:cNvPr>
              <p:cNvSpPr/>
              <p:nvPr/>
            </p:nvSpPr>
            <p:spPr>
              <a:xfrm>
                <a:off x="218927" y="811820"/>
                <a:ext cx="1447790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0283BE9-EF7F-1813-BEB5-490314D46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27" y="811820"/>
                <a:ext cx="1447790" cy="604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77C09C6-DE23-7726-8A4B-3EDF00C43258}"/>
              </a:ext>
            </a:extLst>
          </p:cNvPr>
          <p:cNvSpPr/>
          <p:nvPr/>
        </p:nvSpPr>
        <p:spPr>
          <a:xfrm>
            <a:off x="218926" y="142808"/>
            <a:ext cx="144779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#</a:t>
            </a:r>
            <a:endParaRPr lang="en-RO" sz="2000" dirty="0">
              <a:solidFill>
                <a:schemeClr val="accent6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DCF4DB-5E4F-53FB-CD9F-D8E099286FF3}"/>
              </a:ext>
            </a:extLst>
          </p:cNvPr>
          <p:cNvSpPr txBox="1">
            <a:spLocks/>
          </p:cNvSpPr>
          <p:nvPr/>
        </p:nvSpPr>
        <p:spPr>
          <a:xfrm>
            <a:off x="379693" y="1480832"/>
            <a:ext cx="1119243" cy="30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2000" dirty="0"/>
              <a:t>pair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32F65B4-4012-B711-6F1D-4A3AC9A69C07}"/>
                  </a:ext>
                </a:extLst>
              </p:cNvPr>
              <p:cNvSpPr/>
              <p:nvPr/>
            </p:nvSpPr>
            <p:spPr>
              <a:xfrm>
                <a:off x="1879947" y="826259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32F65B4-4012-B711-6F1D-4A3AC9A69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947" y="826259"/>
                <a:ext cx="833736" cy="604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293707-FACA-32D9-F8AF-2D684AD42487}"/>
                  </a:ext>
                </a:extLst>
              </p:cNvPr>
              <p:cNvSpPr/>
              <p:nvPr/>
            </p:nvSpPr>
            <p:spPr>
              <a:xfrm>
                <a:off x="1879946" y="157247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293707-FACA-32D9-F8AF-2D684AD424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946" y="157247"/>
                <a:ext cx="833736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5BCBA80-4DAE-FD67-AF6D-965C3AA2FCD9}"/>
                  </a:ext>
                </a:extLst>
              </p:cNvPr>
              <p:cNvSpPr/>
              <p:nvPr/>
            </p:nvSpPr>
            <p:spPr>
              <a:xfrm>
                <a:off x="2820302" y="824058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5BCBA80-4DAE-FD67-AF6D-965C3AA2FC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302" y="824058"/>
                <a:ext cx="833736" cy="604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BB4779-0778-D73E-F15E-9868F7E5ADB0}"/>
                  </a:ext>
                </a:extLst>
              </p:cNvPr>
              <p:cNvSpPr/>
              <p:nvPr/>
            </p:nvSpPr>
            <p:spPr>
              <a:xfrm>
                <a:off x="2820301" y="155046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BB4779-0778-D73E-F15E-9868F7E5A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301" y="155046"/>
                <a:ext cx="833736" cy="604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590E9BC-E9AB-4E94-BCD5-E4B288348F72}"/>
                  </a:ext>
                </a:extLst>
              </p:cNvPr>
              <p:cNvSpPr/>
              <p:nvPr/>
            </p:nvSpPr>
            <p:spPr>
              <a:xfrm>
                <a:off x="6081829" y="806748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590E9BC-E9AB-4E94-BCD5-E4B288348F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829" y="806748"/>
                <a:ext cx="356939" cy="6044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8C106CD-8B5C-25A2-5C65-6DAB4BAC7AD2}"/>
                  </a:ext>
                </a:extLst>
              </p:cNvPr>
              <p:cNvSpPr/>
              <p:nvPr/>
            </p:nvSpPr>
            <p:spPr>
              <a:xfrm>
                <a:off x="6081828" y="137736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8C106CD-8B5C-25A2-5C65-6DAB4BAC7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828" y="137736"/>
                <a:ext cx="356939" cy="604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31D65B5-DA7B-11E1-D26A-7F5AE62FD0F6}"/>
                  </a:ext>
                </a:extLst>
              </p:cNvPr>
              <p:cNvSpPr/>
              <p:nvPr/>
            </p:nvSpPr>
            <p:spPr>
              <a:xfrm>
                <a:off x="6584287" y="815393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31D65B5-DA7B-11E1-D26A-7F5AE62FD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87" y="815393"/>
                <a:ext cx="356939" cy="5871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CFC3598-5484-D573-494E-75FF8ABB3200}"/>
                  </a:ext>
                </a:extLst>
              </p:cNvPr>
              <p:cNvSpPr/>
              <p:nvPr/>
            </p:nvSpPr>
            <p:spPr>
              <a:xfrm>
                <a:off x="6584286" y="146381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CFC3598-5484-D573-494E-75FF8ABB3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86" y="146381"/>
                <a:ext cx="356939" cy="5871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E814233-FEA5-B35C-14B9-8943B155F789}"/>
                  </a:ext>
                </a:extLst>
              </p:cNvPr>
              <p:cNvSpPr/>
              <p:nvPr/>
            </p:nvSpPr>
            <p:spPr>
              <a:xfrm>
                <a:off x="7058968" y="806748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200" b="1" smtClean="0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E814233-FEA5-B35C-14B9-8943B155F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968" y="806748"/>
                <a:ext cx="356939" cy="5871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6B5E86E-F32A-E824-7A0B-0C507884BF19}"/>
                  </a:ext>
                </a:extLst>
              </p:cNvPr>
              <p:cNvSpPr/>
              <p:nvPr/>
            </p:nvSpPr>
            <p:spPr>
              <a:xfrm>
                <a:off x="7058967" y="137736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8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6B5E86E-F32A-E824-7A0B-0C507884B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967" y="137736"/>
                <a:ext cx="356939" cy="5871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207C92A-7EC2-A9B4-B8A7-1E9D6013056D}"/>
                  </a:ext>
                </a:extLst>
              </p:cNvPr>
              <p:cNvSpPr/>
              <p:nvPr/>
            </p:nvSpPr>
            <p:spPr>
              <a:xfrm>
                <a:off x="7594051" y="798102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207C92A-7EC2-A9B4-B8A7-1E9D601305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051" y="798102"/>
                <a:ext cx="356939" cy="60443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0DF7408-A539-AC2A-470A-3E6ED8972989}"/>
                  </a:ext>
                </a:extLst>
              </p:cNvPr>
              <p:cNvSpPr/>
              <p:nvPr/>
            </p:nvSpPr>
            <p:spPr>
              <a:xfrm>
                <a:off x="7594050" y="129090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0DF7408-A539-AC2A-470A-3E6ED8972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050" y="129090"/>
                <a:ext cx="356939" cy="604434"/>
              </a:xfrm>
              <a:prstGeom prst="rect">
                <a:avLst/>
              </a:prstGeom>
              <a:blipFill>
                <a:blip r:embed="rId15"/>
                <a:stretch>
                  <a:fillRect l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C74959-DB67-294F-CBA7-9AA088746353}"/>
                  </a:ext>
                </a:extLst>
              </p:cNvPr>
              <p:cNvSpPr/>
              <p:nvPr/>
            </p:nvSpPr>
            <p:spPr>
              <a:xfrm>
                <a:off x="8079697" y="798102"/>
                <a:ext cx="541552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C74959-DB67-294F-CBA7-9AA088746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697" y="798102"/>
                <a:ext cx="541552" cy="60443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A426187-85B1-BAD0-3B6B-F730118B7265}"/>
                  </a:ext>
                </a:extLst>
              </p:cNvPr>
              <p:cNvSpPr/>
              <p:nvPr/>
            </p:nvSpPr>
            <p:spPr>
              <a:xfrm>
                <a:off x="8079696" y="129090"/>
                <a:ext cx="541552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A426187-85B1-BAD0-3B6B-F730118B7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696" y="129090"/>
                <a:ext cx="541552" cy="60443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C9F7B49-16FC-789F-C3FB-45B9828EAF6D}"/>
                  </a:ext>
                </a:extLst>
              </p:cNvPr>
              <p:cNvSpPr/>
              <p:nvPr/>
            </p:nvSpPr>
            <p:spPr>
              <a:xfrm>
                <a:off x="220068" y="4236961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C9F7B49-16FC-789F-C3FB-45B9828EAF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68" y="4236961"/>
                <a:ext cx="833736" cy="60443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FB61300-B4B2-D9F0-FA8B-4B2C194DD09A}"/>
                  </a:ext>
                </a:extLst>
              </p:cNvPr>
              <p:cNvSpPr/>
              <p:nvPr/>
            </p:nvSpPr>
            <p:spPr>
              <a:xfrm>
                <a:off x="220067" y="3567949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FB61300-B4B2-D9F0-FA8B-4B2C194DD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67" y="3567949"/>
                <a:ext cx="833736" cy="60443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0B29D48-1795-8F3A-E97A-75C6FBAF6FCD}"/>
                  </a:ext>
                </a:extLst>
              </p:cNvPr>
              <p:cNvSpPr/>
              <p:nvPr/>
            </p:nvSpPr>
            <p:spPr>
              <a:xfrm>
                <a:off x="1159282" y="4236961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0B29D48-1795-8F3A-E97A-75C6FBAF6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282" y="4236961"/>
                <a:ext cx="833736" cy="60443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9B3042-C964-9E67-5255-6A9F4D0D7D51}"/>
                  </a:ext>
                </a:extLst>
              </p:cNvPr>
              <p:cNvSpPr/>
              <p:nvPr/>
            </p:nvSpPr>
            <p:spPr>
              <a:xfrm>
                <a:off x="1159281" y="3567949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9B3042-C964-9E67-5255-6A9F4D0D7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281" y="3567949"/>
                <a:ext cx="833736" cy="60443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F8506C1-15CD-45A7-32A7-38EC5DF7135F}"/>
                  </a:ext>
                </a:extLst>
              </p:cNvPr>
              <p:cNvSpPr/>
              <p:nvPr/>
            </p:nvSpPr>
            <p:spPr>
              <a:xfrm>
                <a:off x="2142579" y="4236961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tx1"/>
                          </a:solidFill>
                        </a:rPr>
                        <m:t>□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F8506C1-15CD-45A7-32A7-38EC5DF71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579" y="4236961"/>
                <a:ext cx="833736" cy="60443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4472673-3D3E-786A-C1BB-045C69E0686C}"/>
                  </a:ext>
                </a:extLst>
              </p:cNvPr>
              <p:cNvSpPr/>
              <p:nvPr/>
            </p:nvSpPr>
            <p:spPr>
              <a:xfrm>
                <a:off x="2142578" y="3567949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4472673-3D3E-786A-C1BB-045C69E068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578" y="3567949"/>
                <a:ext cx="833736" cy="60443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14B8F98-13B7-F93D-1275-6EE199EEC621}"/>
                  </a:ext>
                </a:extLst>
              </p:cNvPr>
              <p:cNvSpPr/>
              <p:nvPr/>
            </p:nvSpPr>
            <p:spPr>
              <a:xfrm>
                <a:off x="3164307" y="4236961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14B8F98-13B7-F93D-1275-6EE199EEC6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307" y="4236961"/>
                <a:ext cx="364087" cy="6044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DDA0352-9CE3-F10B-D4AA-6D3AD8418305}"/>
                  </a:ext>
                </a:extLst>
              </p:cNvPr>
              <p:cNvSpPr/>
              <p:nvPr/>
            </p:nvSpPr>
            <p:spPr>
              <a:xfrm>
                <a:off x="3164306" y="3567949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DDA0352-9CE3-F10B-D4AA-6D3AD8418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306" y="3567949"/>
                <a:ext cx="364087" cy="604434"/>
              </a:xfrm>
              <a:prstGeom prst="rect">
                <a:avLst/>
              </a:prstGeom>
              <a:blipFill>
                <a:blip r:embed="rId25"/>
                <a:stretch>
                  <a:fillRect l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0A8D2ED-06F3-7F3C-B516-0CC9F69F0D7A}"/>
                  </a:ext>
                </a:extLst>
              </p:cNvPr>
              <p:cNvSpPr/>
              <p:nvPr/>
            </p:nvSpPr>
            <p:spPr>
              <a:xfrm>
                <a:off x="3607239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0A8D2ED-06F3-7F3C-B516-0CC9F69F0D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239" y="4232319"/>
                <a:ext cx="364087" cy="6044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3E7270A-2925-A166-95A4-13C4644676D5}"/>
                  </a:ext>
                </a:extLst>
              </p:cNvPr>
              <p:cNvSpPr/>
              <p:nvPr/>
            </p:nvSpPr>
            <p:spPr>
              <a:xfrm>
                <a:off x="3607238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3E7270A-2925-A166-95A4-13C464467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238" y="3563307"/>
                <a:ext cx="364087" cy="604434"/>
              </a:xfrm>
              <a:prstGeom prst="rect">
                <a:avLst/>
              </a:prstGeom>
              <a:blipFill>
                <a:blip r:embed="rId27"/>
                <a:stretch>
                  <a:fillRect l="-20635" r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8472784-C2FF-AA5E-DF69-B2F37DE58091}"/>
                  </a:ext>
                </a:extLst>
              </p:cNvPr>
              <p:cNvSpPr/>
              <p:nvPr/>
            </p:nvSpPr>
            <p:spPr>
              <a:xfrm>
                <a:off x="7091190" y="2460831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8472784-C2FF-AA5E-DF69-B2F37DE580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190" y="2460831"/>
                <a:ext cx="833736" cy="60443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A9E9550-FF93-B7CD-2C8E-F8042913A298}"/>
                  </a:ext>
                </a:extLst>
              </p:cNvPr>
              <p:cNvSpPr/>
              <p:nvPr/>
            </p:nvSpPr>
            <p:spPr>
              <a:xfrm>
                <a:off x="7091189" y="1791819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A9E9550-FF93-B7CD-2C8E-F8042913A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189" y="1791819"/>
                <a:ext cx="833736" cy="60443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A6E0B05-B4BF-3A17-6218-8A568E0C826E}"/>
                  </a:ext>
                </a:extLst>
              </p:cNvPr>
              <p:cNvSpPr/>
              <p:nvPr/>
            </p:nvSpPr>
            <p:spPr>
              <a:xfrm>
                <a:off x="4067659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A6E0B05-B4BF-3A17-6218-8A568E0C8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59" y="4232319"/>
                <a:ext cx="364087" cy="60443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A6B9F92-FD2C-BC2C-4780-7C45ACD7A8BD}"/>
                  </a:ext>
                </a:extLst>
              </p:cNvPr>
              <p:cNvSpPr/>
              <p:nvPr/>
            </p:nvSpPr>
            <p:spPr>
              <a:xfrm>
                <a:off x="4067658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A6B9F92-FD2C-BC2C-4780-7C45ACD7A8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58" y="3563307"/>
                <a:ext cx="364087" cy="604434"/>
              </a:xfrm>
              <a:prstGeom prst="rect">
                <a:avLst/>
              </a:prstGeom>
              <a:blipFill>
                <a:blip r:embed="rId31"/>
                <a:stretch>
                  <a:fillRect l="-14063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1F53D8E-30B2-CCAB-524E-9252947AB9A9}"/>
                  </a:ext>
                </a:extLst>
              </p:cNvPr>
              <p:cNvSpPr/>
              <p:nvPr/>
            </p:nvSpPr>
            <p:spPr>
              <a:xfrm>
                <a:off x="4590536" y="4236961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1F53D8E-30B2-CCAB-524E-9252947AB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536" y="4236961"/>
                <a:ext cx="364087" cy="604434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27714E7-1824-C1ED-E8A2-8D493C60F313}"/>
                  </a:ext>
                </a:extLst>
              </p:cNvPr>
              <p:cNvSpPr/>
              <p:nvPr/>
            </p:nvSpPr>
            <p:spPr>
              <a:xfrm>
                <a:off x="4590535" y="3567949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27714E7-1824-C1ED-E8A2-8D493C60F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535" y="3567949"/>
                <a:ext cx="364087" cy="604434"/>
              </a:xfrm>
              <a:prstGeom prst="rect">
                <a:avLst/>
              </a:prstGeom>
              <a:blipFill>
                <a:blip r:embed="rId33"/>
                <a:stretch>
                  <a:fillRect l="-18750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F842BEE-AAAB-6127-1833-C33F9711AB1A}"/>
                  </a:ext>
                </a:extLst>
              </p:cNvPr>
              <p:cNvSpPr/>
              <p:nvPr/>
            </p:nvSpPr>
            <p:spPr>
              <a:xfrm>
                <a:off x="5033468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F842BEE-AAAB-6127-1833-C33F9711AB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468" y="4232319"/>
                <a:ext cx="364087" cy="60443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8A999F5-17E5-7310-4734-73B9388DEF8C}"/>
                  </a:ext>
                </a:extLst>
              </p:cNvPr>
              <p:cNvSpPr/>
              <p:nvPr/>
            </p:nvSpPr>
            <p:spPr>
              <a:xfrm>
                <a:off x="5033467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8A999F5-17E5-7310-4734-73B9388DEF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467" y="3563307"/>
                <a:ext cx="364087" cy="604434"/>
              </a:xfrm>
              <a:prstGeom prst="rect">
                <a:avLst/>
              </a:prstGeom>
              <a:blipFill>
                <a:blip r:embed="rId35"/>
                <a:stretch>
                  <a:fillRect l="-20635" r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F847F48-24BE-3E29-7D2D-7420761B913D}"/>
                  </a:ext>
                </a:extLst>
              </p:cNvPr>
              <p:cNvSpPr/>
              <p:nvPr/>
            </p:nvSpPr>
            <p:spPr>
              <a:xfrm>
                <a:off x="5493888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F847F48-24BE-3E29-7D2D-7420761B91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888" y="4232319"/>
                <a:ext cx="364087" cy="60443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AFE7EFB-65F7-5F2E-842E-7E33779148E7}"/>
                  </a:ext>
                </a:extLst>
              </p:cNvPr>
              <p:cNvSpPr/>
              <p:nvPr/>
            </p:nvSpPr>
            <p:spPr>
              <a:xfrm>
                <a:off x="5493887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AFE7EFB-65F7-5F2E-842E-7E33779148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887" y="3563307"/>
                <a:ext cx="364087" cy="604434"/>
              </a:xfrm>
              <a:prstGeom prst="rect">
                <a:avLst/>
              </a:prstGeom>
              <a:blipFill>
                <a:blip r:embed="rId37"/>
                <a:stretch>
                  <a:fillRect l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9D91124-850B-14B1-512B-54CD3FF47130}"/>
                  </a:ext>
                </a:extLst>
              </p:cNvPr>
              <p:cNvSpPr/>
              <p:nvPr/>
            </p:nvSpPr>
            <p:spPr>
              <a:xfrm>
                <a:off x="6081829" y="4236961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9D91124-850B-14B1-512B-54CD3FF47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829" y="4236961"/>
                <a:ext cx="364087" cy="60443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86336E0-741A-C1D7-B51A-FBC79CC45EAB}"/>
                  </a:ext>
                </a:extLst>
              </p:cNvPr>
              <p:cNvSpPr/>
              <p:nvPr/>
            </p:nvSpPr>
            <p:spPr>
              <a:xfrm>
                <a:off x="6081828" y="3567949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86336E0-741A-C1D7-B51A-FBC79CC45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828" y="3567949"/>
                <a:ext cx="364087" cy="604434"/>
              </a:xfrm>
              <a:prstGeom prst="rect">
                <a:avLst/>
              </a:prstGeom>
              <a:blipFill>
                <a:blip r:embed="rId39"/>
                <a:stretch>
                  <a:fillRect l="-25397" r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BF7D082-7AE0-3694-1A86-8510E70CC833}"/>
                  </a:ext>
                </a:extLst>
              </p:cNvPr>
              <p:cNvSpPr/>
              <p:nvPr/>
            </p:nvSpPr>
            <p:spPr>
              <a:xfrm>
                <a:off x="6524761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BF7D082-7AE0-3694-1A86-8510E70CC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761" y="4232319"/>
                <a:ext cx="364087" cy="60443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EDDDBD2-2EFE-204D-292B-0F950EA387A7}"/>
                  </a:ext>
                </a:extLst>
              </p:cNvPr>
              <p:cNvSpPr/>
              <p:nvPr/>
            </p:nvSpPr>
            <p:spPr>
              <a:xfrm>
                <a:off x="6524760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EDDDBD2-2EFE-204D-292B-0F950EA38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760" y="3563307"/>
                <a:ext cx="364087" cy="604434"/>
              </a:xfrm>
              <a:prstGeom prst="rect">
                <a:avLst/>
              </a:prstGeom>
              <a:blipFill>
                <a:blip r:embed="rId41"/>
                <a:stretch>
                  <a:fillRect l="-23438"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DEDF3C6-BD29-5F0D-D4B3-B48350B10B0A}"/>
                  </a:ext>
                </a:extLst>
              </p:cNvPr>
              <p:cNvSpPr/>
              <p:nvPr/>
            </p:nvSpPr>
            <p:spPr>
              <a:xfrm>
                <a:off x="6985181" y="4232319"/>
                <a:ext cx="426544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DEDF3C6-BD29-5F0D-D4B3-B48350B10B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181" y="4232319"/>
                <a:ext cx="426544" cy="60443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2AFE3572-C521-2C27-4B1D-C94FD431E170}"/>
                  </a:ext>
                </a:extLst>
              </p:cNvPr>
              <p:cNvSpPr/>
              <p:nvPr/>
            </p:nvSpPr>
            <p:spPr>
              <a:xfrm>
                <a:off x="6985180" y="3563307"/>
                <a:ext cx="426544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2AFE3572-C521-2C27-4B1D-C94FD431E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180" y="3563307"/>
                <a:ext cx="426544" cy="604434"/>
              </a:xfrm>
              <a:prstGeom prst="rect">
                <a:avLst/>
              </a:prstGeom>
              <a:blipFill>
                <a:blip r:embed="rId43"/>
                <a:stretch>
                  <a:fillRect l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D8FC5C2D-45C9-C4CA-F24C-7D63116066E4}"/>
                  </a:ext>
                </a:extLst>
              </p:cNvPr>
              <p:cNvSpPr/>
              <p:nvPr/>
            </p:nvSpPr>
            <p:spPr>
              <a:xfrm>
                <a:off x="7508058" y="4236961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D8FC5C2D-45C9-C4CA-F24C-7D6311606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058" y="4236961"/>
                <a:ext cx="364087" cy="60443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36007A0-CB11-D3B9-149B-E89BEF521FC9}"/>
                  </a:ext>
                </a:extLst>
              </p:cNvPr>
              <p:cNvSpPr/>
              <p:nvPr/>
            </p:nvSpPr>
            <p:spPr>
              <a:xfrm>
                <a:off x="7508057" y="3567949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36007A0-CB11-D3B9-149B-E89BEF521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057" y="3567949"/>
                <a:ext cx="364087" cy="604434"/>
              </a:xfrm>
              <a:prstGeom prst="rect">
                <a:avLst/>
              </a:prstGeom>
              <a:blipFill>
                <a:blip r:embed="rId45"/>
                <a:stretch>
                  <a:fillRect l="-25397" r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853D445-F38C-1398-96F5-F6D7CAF48835}"/>
                  </a:ext>
                </a:extLst>
              </p:cNvPr>
              <p:cNvSpPr/>
              <p:nvPr/>
            </p:nvSpPr>
            <p:spPr>
              <a:xfrm>
                <a:off x="7950990" y="4232319"/>
                <a:ext cx="36408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853D445-F38C-1398-96F5-F6D7CAF48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990" y="4232319"/>
                <a:ext cx="364087" cy="60443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BCD256B-96CD-4294-35BD-8348BB688F5F}"/>
                  </a:ext>
                </a:extLst>
              </p:cNvPr>
              <p:cNvSpPr/>
              <p:nvPr/>
            </p:nvSpPr>
            <p:spPr>
              <a:xfrm>
                <a:off x="7950989" y="3563307"/>
                <a:ext cx="36408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BCD256B-96CD-4294-35BD-8348BB688F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989" y="3563307"/>
                <a:ext cx="364087" cy="604434"/>
              </a:xfrm>
              <a:prstGeom prst="rect">
                <a:avLst/>
              </a:prstGeom>
              <a:blipFill>
                <a:blip r:embed="rId47"/>
                <a:stretch>
                  <a:fillRect l="-23438"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20E912C-73DD-1949-5A7E-521A3D5E4011}"/>
                  </a:ext>
                </a:extLst>
              </p:cNvPr>
              <p:cNvSpPr/>
              <p:nvPr/>
            </p:nvSpPr>
            <p:spPr>
              <a:xfrm>
                <a:off x="8411410" y="4232319"/>
                <a:ext cx="442932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RO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20E912C-73DD-1949-5A7E-521A3D5E40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410" y="4232319"/>
                <a:ext cx="442932" cy="604434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DDC9EA7-CEC7-340B-0210-BAF4785473C1}"/>
                  </a:ext>
                </a:extLst>
              </p:cNvPr>
              <p:cNvSpPr/>
              <p:nvPr/>
            </p:nvSpPr>
            <p:spPr>
              <a:xfrm>
                <a:off x="8411409" y="3563307"/>
                <a:ext cx="442932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DDC9EA7-CEC7-340B-0210-BAF4785473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409" y="3563307"/>
                <a:ext cx="442932" cy="604434"/>
              </a:xfrm>
              <a:prstGeom prst="rect">
                <a:avLst/>
              </a:prstGeom>
              <a:blipFill>
                <a:blip r:embed="rId49"/>
                <a:stretch>
                  <a:fillRect l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61DDA792-E426-3AE5-DC8A-1A2F95FEBCB3}"/>
                  </a:ext>
                </a:extLst>
              </p:cNvPr>
              <p:cNvSpPr/>
              <p:nvPr/>
            </p:nvSpPr>
            <p:spPr>
              <a:xfrm>
                <a:off x="3814811" y="824058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61DDA792-E426-3AE5-DC8A-1A2F95FEBC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11" y="824058"/>
                <a:ext cx="833736" cy="604434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1E1A1FE-74BA-7807-DA6C-837BAA184754}"/>
                  </a:ext>
                </a:extLst>
              </p:cNvPr>
              <p:cNvSpPr/>
              <p:nvPr/>
            </p:nvSpPr>
            <p:spPr>
              <a:xfrm>
                <a:off x="3814810" y="155046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1E1A1FE-74BA-7807-DA6C-837BAA1847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10" y="155046"/>
                <a:ext cx="833736" cy="604434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B70E6A0-AD6E-EE4B-2E16-721B7F9E606D}"/>
                  </a:ext>
                </a:extLst>
              </p:cNvPr>
              <p:cNvSpPr/>
              <p:nvPr/>
            </p:nvSpPr>
            <p:spPr>
              <a:xfrm>
                <a:off x="1463079" y="2468985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B70E6A0-AD6E-EE4B-2E16-721B7F9E6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79" y="2468985"/>
                <a:ext cx="833736" cy="604434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56D2901A-6CB5-78B9-03A8-F261CAA6D613}"/>
                  </a:ext>
                </a:extLst>
              </p:cNvPr>
              <p:cNvSpPr/>
              <p:nvPr/>
            </p:nvSpPr>
            <p:spPr>
              <a:xfrm>
                <a:off x="1463078" y="1799973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56D2901A-6CB5-78B9-03A8-F261CAA6D6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78" y="1799973"/>
                <a:ext cx="833736" cy="604434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678CEB8-58DC-854F-C1C9-49216F0AE3CD}"/>
                  </a:ext>
                </a:extLst>
              </p:cNvPr>
              <p:cNvSpPr/>
              <p:nvPr/>
            </p:nvSpPr>
            <p:spPr>
              <a:xfrm>
                <a:off x="2403434" y="2466784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678CEB8-58DC-854F-C1C9-49216F0AE3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434" y="2466784"/>
                <a:ext cx="833736" cy="604434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386416F-2923-2B0E-15FA-F25846BBDCC6}"/>
                  </a:ext>
                </a:extLst>
              </p:cNvPr>
              <p:cNvSpPr/>
              <p:nvPr/>
            </p:nvSpPr>
            <p:spPr>
              <a:xfrm>
                <a:off x="2403433" y="1797772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386416F-2923-2B0E-15FA-F25846BBDC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433" y="1797772"/>
                <a:ext cx="833736" cy="604434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06B6E10-B841-C868-37F6-B1CE835F1869}"/>
                  </a:ext>
                </a:extLst>
              </p:cNvPr>
              <p:cNvSpPr/>
              <p:nvPr/>
            </p:nvSpPr>
            <p:spPr>
              <a:xfrm>
                <a:off x="3343789" y="2468985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06B6E10-B841-C868-37F6-B1CE835F1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789" y="2468985"/>
                <a:ext cx="833736" cy="604434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B784535-903F-D602-657B-9138CB1B54F9}"/>
                  </a:ext>
                </a:extLst>
              </p:cNvPr>
              <p:cNvSpPr/>
              <p:nvPr/>
            </p:nvSpPr>
            <p:spPr>
              <a:xfrm>
                <a:off x="3343788" y="1799973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B784535-903F-D602-657B-9138CB1B5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788" y="1799973"/>
                <a:ext cx="833736" cy="604434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72F50B48-5A79-EA6B-8705-FACC61FC719D}"/>
                  </a:ext>
                </a:extLst>
              </p:cNvPr>
              <p:cNvSpPr/>
              <p:nvPr/>
            </p:nvSpPr>
            <p:spPr>
              <a:xfrm>
                <a:off x="4284144" y="2466784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72F50B48-5A79-EA6B-8705-FACC61FC71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144" y="2466784"/>
                <a:ext cx="833736" cy="604434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DF40CCAB-372E-70BC-D892-BC6E8E69FEEE}"/>
                  </a:ext>
                </a:extLst>
              </p:cNvPr>
              <p:cNvSpPr/>
              <p:nvPr/>
            </p:nvSpPr>
            <p:spPr>
              <a:xfrm>
                <a:off x="4284143" y="1797772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DF40CCAB-372E-70BC-D892-BC6E8E69FE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143" y="1797772"/>
                <a:ext cx="833736" cy="604434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6FCF4FF-72F6-47D7-5BE0-2B548AA8ECA9}"/>
                  </a:ext>
                </a:extLst>
              </p:cNvPr>
              <p:cNvSpPr/>
              <p:nvPr/>
            </p:nvSpPr>
            <p:spPr>
              <a:xfrm>
                <a:off x="5224499" y="2466784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 b="1">
                              <a:solidFill>
                                <a:schemeClr val="tx1"/>
                              </a:solidFill>
                            </a:rPr>
                            <m:t>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6FCF4FF-72F6-47D7-5BE0-2B548AA8EC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499" y="2466784"/>
                <a:ext cx="833736" cy="604434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10C32D9-49FC-AB68-EADB-128F760EFBCA}"/>
                  </a:ext>
                </a:extLst>
              </p:cNvPr>
              <p:cNvSpPr/>
              <p:nvPr/>
            </p:nvSpPr>
            <p:spPr>
              <a:xfrm>
                <a:off x="5224498" y="1797772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10C32D9-49FC-AB68-EADB-128F760EF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498" y="1797772"/>
                <a:ext cx="833736" cy="604434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72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7" grpId="0" animBg="1"/>
      <p:bldP spid="8" grpId="0" animBg="1"/>
      <p:bldP spid="10" grpId="0" animBg="1"/>
      <p:bldP spid="11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20" grpId="0" animBg="1"/>
      <p:bldP spid="21" grpId="0" animBg="1"/>
      <p:bldP spid="43" grpId="0" animBg="1"/>
      <p:bldP spid="44" grpId="0" animBg="1"/>
      <p:bldP spid="46" grpId="0" animBg="1"/>
      <p:bldP spid="47" grpId="0" animBg="1"/>
      <p:bldP spid="55" grpId="0" animBg="1"/>
      <p:bldP spid="56" grpId="0" animBg="1"/>
      <p:bldP spid="58" grpId="0" animBg="1"/>
      <p:bldP spid="59" grpId="0" animBg="1"/>
      <p:bldP spid="61" grpId="0" animBg="1"/>
      <p:bldP spid="62" grpId="0" animBg="1"/>
      <p:bldP spid="64" grpId="0" animBg="1"/>
      <p:bldP spid="65" grpId="0" animBg="1"/>
      <p:bldP spid="67" grpId="0" animBg="1"/>
      <p:bldP spid="68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5" grpId="0" animBg="1"/>
      <p:bldP spid="106" grpId="0" animBg="1"/>
      <p:bldP spid="107" grpId="0" animBg="1"/>
      <p:bldP spid="10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71;p48">
                <a:extLst>
                  <a:ext uri="{FF2B5EF4-FFF2-40B4-BE49-F238E27FC236}">
                    <a16:creationId xmlns:a16="http://schemas.microsoft.com/office/drawing/2014/main" id="{2A3DCA66-1E0A-1397-5872-E90019C87611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836280" y="168713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isEven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𝑡𝑖𝑙𝑒𝑠𝑒𝑡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𝑛𝑜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𝑠𝑜𝑙𝑢𝑡𝑖𝑜𝑛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Google Shape;2371;p48">
                <a:extLst>
                  <a:ext uri="{FF2B5EF4-FFF2-40B4-BE49-F238E27FC236}">
                    <a16:creationId xmlns:a16="http://schemas.microsoft.com/office/drawing/2014/main" id="{2A3DCA66-1E0A-1397-5872-E90019C8761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6280" y="168713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0283BE9-EF7F-1813-BEB5-490314D46C21}"/>
                  </a:ext>
                </a:extLst>
              </p:cNvPr>
              <p:cNvSpPr/>
              <p:nvPr/>
            </p:nvSpPr>
            <p:spPr>
              <a:xfrm>
                <a:off x="418482" y="1594617"/>
                <a:ext cx="1447790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 i="0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0283BE9-EF7F-1813-BEB5-490314D46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82" y="1594617"/>
                <a:ext cx="1447790" cy="604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77C09C6-DE23-7726-8A4B-3EDF00C43258}"/>
              </a:ext>
            </a:extLst>
          </p:cNvPr>
          <p:cNvSpPr/>
          <p:nvPr/>
        </p:nvSpPr>
        <p:spPr>
          <a:xfrm>
            <a:off x="418481" y="925605"/>
            <a:ext cx="144779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#</a:t>
            </a:r>
            <a:endParaRPr lang="en-RO" sz="2000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F2913E-C670-BAFA-70B4-A09748DD1713}"/>
                  </a:ext>
                </a:extLst>
              </p:cNvPr>
              <p:cNvSpPr/>
              <p:nvPr/>
            </p:nvSpPr>
            <p:spPr>
              <a:xfrm>
                <a:off x="1939458" y="1594617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F2913E-C670-BAFA-70B4-A09748DD17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458" y="1594617"/>
                <a:ext cx="833736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9C5447-C9B7-D85E-8B96-B52FF1E44E06}"/>
                  </a:ext>
                </a:extLst>
              </p:cNvPr>
              <p:cNvSpPr/>
              <p:nvPr/>
            </p:nvSpPr>
            <p:spPr>
              <a:xfrm>
                <a:off x="1939457" y="925605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9C5447-C9B7-D85E-8B96-B52FF1E44E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457" y="925605"/>
                <a:ext cx="833736" cy="604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BE2C37C-30D3-4DBD-A770-4BE9313E6660}"/>
                  </a:ext>
                </a:extLst>
              </p:cNvPr>
              <p:cNvSpPr/>
              <p:nvPr/>
            </p:nvSpPr>
            <p:spPr>
              <a:xfrm>
                <a:off x="2846380" y="1611908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BE2C37C-30D3-4DBD-A770-4BE9313E66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380" y="1611908"/>
                <a:ext cx="356939" cy="587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D3DA928-5891-9AD3-E056-FFACBC70F680}"/>
                  </a:ext>
                </a:extLst>
              </p:cNvPr>
              <p:cNvSpPr/>
              <p:nvPr/>
            </p:nvSpPr>
            <p:spPr>
              <a:xfrm>
                <a:off x="2846379" y="942896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D3DA928-5891-9AD3-E056-FFACBC70F6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379" y="942896"/>
                <a:ext cx="356939" cy="5871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56F1684-C34B-E6E5-E060-F8E70C4843B1}"/>
                  </a:ext>
                </a:extLst>
              </p:cNvPr>
              <p:cNvSpPr/>
              <p:nvPr/>
            </p:nvSpPr>
            <p:spPr>
              <a:xfrm>
                <a:off x="3276505" y="1611908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56F1684-C34B-E6E5-E060-F8E70C4843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05" y="1611908"/>
                <a:ext cx="356939" cy="604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4506B01-67F9-E901-6524-12C09F6D27E0}"/>
                  </a:ext>
                </a:extLst>
              </p:cNvPr>
              <p:cNvSpPr/>
              <p:nvPr/>
            </p:nvSpPr>
            <p:spPr>
              <a:xfrm>
                <a:off x="3276504" y="942896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4506B01-67F9-E901-6524-12C09F6D27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04" y="942896"/>
                <a:ext cx="356939" cy="604434"/>
              </a:xfrm>
              <a:prstGeom prst="rect">
                <a:avLst/>
              </a:prstGeom>
              <a:blipFill>
                <a:blip r:embed="rId10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B4CE52E-F6F9-0F4D-5D70-EBB62B51031F}"/>
                  </a:ext>
                </a:extLst>
              </p:cNvPr>
              <p:cNvSpPr/>
              <p:nvPr/>
            </p:nvSpPr>
            <p:spPr>
              <a:xfrm>
                <a:off x="3738909" y="1594617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B4CE52E-F6F9-0F4D-5D70-EBB62B510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909" y="1594617"/>
                <a:ext cx="356939" cy="5871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C89AD1B-2114-3DFE-C992-1DAB0528AB7A}"/>
                  </a:ext>
                </a:extLst>
              </p:cNvPr>
              <p:cNvSpPr/>
              <p:nvPr/>
            </p:nvSpPr>
            <p:spPr>
              <a:xfrm>
                <a:off x="3738908" y="925605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C89AD1B-2114-3DFE-C992-1DAB0528A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908" y="925605"/>
                <a:ext cx="356939" cy="5871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A5B2A19-DFDA-AE9F-9836-BB1C7CB6E3FD}"/>
                  </a:ext>
                </a:extLst>
              </p:cNvPr>
              <p:cNvSpPr/>
              <p:nvPr/>
            </p:nvSpPr>
            <p:spPr>
              <a:xfrm>
                <a:off x="4214528" y="1594617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A5B2A19-DFDA-AE9F-9836-BB1C7CB6E3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528" y="1594617"/>
                <a:ext cx="833736" cy="6044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7DDAEB5-DDC3-A584-46E9-2C0DEEF6F114}"/>
                  </a:ext>
                </a:extLst>
              </p:cNvPr>
              <p:cNvSpPr/>
              <p:nvPr/>
            </p:nvSpPr>
            <p:spPr>
              <a:xfrm>
                <a:off x="4214527" y="925605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7DDAEB5-DDC3-A584-46E9-2C0DEEF6F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527" y="925605"/>
                <a:ext cx="833736" cy="60443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B8A941D-C5B4-46EC-B37E-69708FEAB0D8}"/>
                  </a:ext>
                </a:extLst>
              </p:cNvPr>
              <p:cNvSpPr/>
              <p:nvPr/>
            </p:nvSpPr>
            <p:spPr>
              <a:xfrm>
                <a:off x="5166944" y="1594617"/>
                <a:ext cx="541552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B8A941D-C5B4-46EC-B37E-69708FEAB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944" y="1594617"/>
                <a:ext cx="541552" cy="60443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9A743B4-6097-6F10-52C0-96249F9FB271}"/>
                  </a:ext>
                </a:extLst>
              </p:cNvPr>
              <p:cNvSpPr/>
              <p:nvPr/>
            </p:nvSpPr>
            <p:spPr>
              <a:xfrm>
                <a:off x="5166943" y="925605"/>
                <a:ext cx="541552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9A743B4-6097-6F10-52C0-96249F9FB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943" y="925605"/>
                <a:ext cx="541552" cy="60443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9AAC19E-AA01-47EE-8C22-7BD9A20D1003}"/>
                  </a:ext>
                </a:extLst>
              </p:cNvPr>
              <p:cNvSpPr/>
              <p:nvPr/>
            </p:nvSpPr>
            <p:spPr>
              <a:xfrm>
                <a:off x="5829195" y="1594617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9AAC19E-AA01-47EE-8C22-7BD9A20D10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195" y="1594617"/>
                <a:ext cx="356939" cy="5871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DE1B0A4-444E-D516-9368-656808ED5D0B}"/>
                  </a:ext>
                </a:extLst>
              </p:cNvPr>
              <p:cNvSpPr/>
              <p:nvPr/>
            </p:nvSpPr>
            <p:spPr>
              <a:xfrm>
                <a:off x="5829194" y="925605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DE1B0A4-444E-D516-9368-656808ED5D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194" y="925605"/>
                <a:ext cx="356939" cy="5871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023CC05-7096-58C4-0E8B-77B57C4B4F53}"/>
                  </a:ext>
                </a:extLst>
              </p:cNvPr>
              <p:cNvSpPr/>
              <p:nvPr/>
            </p:nvSpPr>
            <p:spPr>
              <a:xfrm>
                <a:off x="6279676" y="1577326"/>
                <a:ext cx="924867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bg2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023CC05-7096-58C4-0E8B-77B57C4B4F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676" y="1577326"/>
                <a:ext cx="924867" cy="60443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C276398-D0FC-F164-AA33-05E0A2820ED2}"/>
                  </a:ext>
                </a:extLst>
              </p:cNvPr>
              <p:cNvSpPr/>
              <p:nvPr/>
            </p:nvSpPr>
            <p:spPr>
              <a:xfrm>
                <a:off x="6279675" y="908314"/>
                <a:ext cx="924867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C276398-D0FC-F164-AA33-05E0A2820E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675" y="908314"/>
                <a:ext cx="924867" cy="60443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A3FBB68-057A-AA5F-DDCE-F18FF57B62E3}"/>
                  </a:ext>
                </a:extLst>
              </p:cNvPr>
              <p:cNvSpPr/>
              <p:nvPr/>
            </p:nvSpPr>
            <p:spPr>
              <a:xfrm>
                <a:off x="7298085" y="1577326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A3FBB68-057A-AA5F-DDCE-F18FF57B62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085" y="1577326"/>
                <a:ext cx="356939" cy="60443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6DA7852-AAC1-610C-E019-35D1D32C73B4}"/>
                  </a:ext>
                </a:extLst>
              </p:cNvPr>
              <p:cNvSpPr/>
              <p:nvPr/>
            </p:nvSpPr>
            <p:spPr>
              <a:xfrm>
                <a:off x="7298084" y="908314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6DA7852-AAC1-610C-E019-35D1D32C73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084" y="908314"/>
                <a:ext cx="356939" cy="604434"/>
              </a:xfrm>
              <a:prstGeom prst="rect">
                <a:avLst/>
              </a:prstGeom>
              <a:blipFill>
                <a:blip r:embed="rId22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F041ACB-A8D9-A484-C4B8-BC5D6850DAE3}"/>
                  </a:ext>
                </a:extLst>
              </p:cNvPr>
              <p:cNvSpPr/>
              <p:nvPr/>
            </p:nvSpPr>
            <p:spPr>
              <a:xfrm>
                <a:off x="446160" y="3116833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F041ACB-A8D9-A484-C4B8-BC5D6850DA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60" y="3116833"/>
                <a:ext cx="833736" cy="60443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0B2070-2CA6-83D6-6D67-33BD9A1330F3}"/>
                  </a:ext>
                </a:extLst>
              </p:cNvPr>
              <p:cNvSpPr/>
              <p:nvPr/>
            </p:nvSpPr>
            <p:spPr>
              <a:xfrm>
                <a:off x="446159" y="2447821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0B2070-2CA6-83D6-6D67-33BD9A1330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59" y="2447821"/>
                <a:ext cx="833736" cy="6044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E26839B-FB25-4E87-EBAC-05EBCA0BF2E0}"/>
                  </a:ext>
                </a:extLst>
              </p:cNvPr>
              <p:cNvSpPr/>
              <p:nvPr/>
            </p:nvSpPr>
            <p:spPr>
              <a:xfrm>
                <a:off x="7748566" y="1577326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E26839B-FB25-4E87-EBAC-05EBCA0BF2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566" y="1577326"/>
                <a:ext cx="356939" cy="5871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BEDD117-9A8D-4820-75E1-E8AAC81F8713}"/>
                  </a:ext>
                </a:extLst>
              </p:cNvPr>
              <p:cNvSpPr/>
              <p:nvPr/>
            </p:nvSpPr>
            <p:spPr>
              <a:xfrm>
                <a:off x="7748565" y="908314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BEDD117-9A8D-4820-75E1-E8AAC81F87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565" y="908314"/>
                <a:ext cx="356939" cy="5871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8677895-80CA-452D-289B-2DECE47DF4D6}"/>
                  </a:ext>
                </a:extLst>
              </p:cNvPr>
              <p:cNvSpPr/>
              <p:nvPr/>
            </p:nvSpPr>
            <p:spPr>
              <a:xfrm>
                <a:off x="1376254" y="3134124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200" b="1" smtClean="0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8677895-80CA-452D-289B-2DECE47DF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254" y="3134124"/>
                <a:ext cx="356939" cy="5871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1286209-F9AE-ADDD-4D3A-243D4F3E8A4F}"/>
                  </a:ext>
                </a:extLst>
              </p:cNvPr>
              <p:cNvSpPr/>
              <p:nvPr/>
            </p:nvSpPr>
            <p:spPr>
              <a:xfrm>
                <a:off x="1376253" y="2465112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8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1286209-F9AE-ADDD-4D3A-243D4F3E8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253" y="2465112"/>
                <a:ext cx="356939" cy="5871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8BC2A88-5639-CB75-2BA4-81CF97762483}"/>
                  </a:ext>
                </a:extLst>
              </p:cNvPr>
              <p:cNvSpPr/>
              <p:nvPr/>
            </p:nvSpPr>
            <p:spPr>
              <a:xfrm>
                <a:off x="1829551" y="3116833"/>
                <a:ext cx="356939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8BC2A88-5639-CB75-2BA4-81CF97762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551" y="3116833"/>
                <a:ext cx="356939" cy="60443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C2DD9B5-3C9A-EA88-4EC2-94E3E99D8E93}"/>
                  </a:ext>
                </a:extLst>
              </p:cNvPr>
              <p:cNvSpPr/>
              <p:nvPr/>
            </p:nvSpPr>
            <p:spPr>
              <a:xfrm>
                <a:off x="1829550" y="2447821"/>
                <a:ext cx="356939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C2DD9B5-3C9A-EA88-4EC2-94E3E99D8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550" y="2447821"/>
                <a:ext cx="356939" cy="604434"/>
              </a:xfrm>
              <a:prstGeom prst="rect">
                <a:avLst/>
              </a:prstGeom>
              <a:blipFill>
                <a:blip r:embed="rId30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D93CFD6-52FF-648C-C718-BE60CE22F62A}"/>
                  </a:ext>
                </a:extLst>
              </p:cNvPr>
              <p:cNvSpPr/>
              <p:nvPr/>
            </p:nvSpPr>
            <p:spPr>
              <a:xfrm>
                <a:off x="2790665" y="3116833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D93CFD6-52FF-648C-C718-BE60CE22F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665" y="3116833"/>
                <a:ext cx="356939" cy="58714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F7C6BC4-9A3D-606B-1B92-D6F3ABC85D16}"/>
                  </a:ext>
                </a:extLst>
              </p:cNvPr>
              <p:cNvSpPr/>
              <p:nvPr/>
            </p:nvSpPr>
            <p:spPr>
              <a:xfrm>
                <a:off x="2790664" y="2447821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F7C6BC4-9A3D-606B-1B92-D6F3ABC85D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664" y="2447821"/>
                <a:ext cx="356939" cy="587143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FD0CA8C-1871-9E9C-02C7-E3C990727C86}"/>
                  </a:ext>
                </a:extLst>
              </p:cNvPr>
              <p:cNvSpPr/>
              <p:nvPr/>
            </p:nvSpPr>
            <p:spPr>
              <a:xfrm>
                <a:off x="2310108" y="3116833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FD0CA8C-1871-9E9C-02C7-E3C990727C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108" y="3116833"/>
                <a:ext cx="356939" cy="58714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DD70544-84C0-92BE-5917-BE0B410111B7}"/>
                  </a:ext>
                </a:extLst>
              </p:cNvPr>
              <p:cNvSpPr/>
              <p:nvPr/>
            </p:nvSpPr>
            <p:spPr>
              <a:xfrm>
                <a:off x="2310107" y="2447821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DD70544-84C0-92BE-5917-BE0B410111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107" y="2447821"/>
                <a:ext cx="356939" cy="587143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475B125-2F1F-1714-7174-F5B67D5A6490}"/>
                  </a:ext>
                </a:extLst>
              </p:cNvPr>
              <p:cNvSpPr/>
              <p:nvPr/>
            </p:nvSpPr>
            <p:spPr>
              <a:xfrm>
                <a:off x="3271222" y="3123029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tx1"/>
                          </a:solidFill>
                        </a:rPr>
                        <m:t>□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475B125-2F1F-1714-7174-F5B67D5A64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222" y="3123029"/>
                <a:ext cx="833736" cy="60443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3A86C6E-32B8-C8D2-E699-4D68989BA838}"/>
                  </a:ext>
                </a:extLst>
              </p:cNvPr>
              <p:cNvSpPr/>
              <p:nvPr/>
            </p:nvSpPr>
            <p:spPr>
              <a:xfrm>
                <a:off x="3271221" y="2454017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3A86C6E-32B8-C8D2-E699-4D68989BA8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221" y="2454017"/>
                <a:ext cx="833736" cy="60443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D2799FE-CBAD-4863-778A-971CBFB75986}"/>
                  </a:ext>
                </a:extLst>
              </p:cNvPr>
              <p:cNvSpPr/>
              <p:nvPr/>
            </p:nvSpPr>
            <p:spPr>
              <a:xfrm>
                <a:off x="4228576" y="3134124"/>
                <a:ext cx="541552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D2799FE-CBAD-4863-778A-971CBFB759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576" y="3134124"/>
                <a:ext cx="541552" cy="60443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A60326E-82E9-8084-2E71-FF38A59BB417}"/>
                  </a:ext>
                </a:extLst>
              </p:cNvPr>
              <p:cNvSpPr/>
              <p:nvPr/>
            </p:nvSpPr>
            <p:spPr>
              <a:xfrm>
                <a:off x="4228575" y="2465112"/>
                <a:ext cx="541552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A60326E-82E9-8084-2E71-FF38A59BB4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575" y="2465112"/>
                <a:ext cx="541552" cy="60443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3E59D76-1152-5D2C-16A5-37D2738E5D96}"/>
                  </a:ext>
                </a:extLst>
              </p:cNvPr>
              <p:cNvSpPr/>
              <p:nvPr/>
            </p:nvSpPr>
            <p:spPr>
              <a:xfrm>
                <a:off x="5350351" y="3116833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3E59D76-1152-5D2C-16A5-37D2738E5D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351" y="3116833"/>
                <a:ext cx="356939" cy="58714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7FADF71-A260-A8CC-3078-7E398C9164C5}"/>
                  </a:ext>
                </a:extLst>
              </p:cNvPr>
              <p:cNvSpPr/>
              <p:nvPr/>
            </p:nvSpPr>
            <p:spPr>
              <a:xfrm>
                <a:off x="5350350" y="2447821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7FADF71-A260-A8CC-3078-7E398C9164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350" y="2447821"/>
                <a:ext cx="356939" cy="587143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2B1CFA5-6CA9-FE32-A7B3-7522566CAC78}"/>
                  </a:ext>
                </a:extLst>
              </p:cNvPr>
              <p:cNvSpPr/>
              <p:nvPr/>
            </p:nvSpPr>
            <p:spPr>
              <a:xfrm>
                <a:off x="4869794" y="3116833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2B1CFA5-6CA9-FE32-A7B3-7522566CA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794" y="3116833"/>
                <a:ext cx="356939" cy="587143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B42970F5-E240-FCA0-6F8F-BF31FED21D17}"/>
                  </a:ext>
                </a:extLst>
              </p:cNvPr>
              <p:cNvSpPr/>
              <p:nvPr/>
            </p:nvSpPr>
            <p:spPr>
              <a:xfrm>
                <a:off x="4869793" y="2447821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B42970F5-E240-FCA0-6F8F-BF31FED21D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793" y="2447821"/>
                <a:ext cx="356939" cy="587143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FE3F06E-2266-50EC-B711-F8B630017A7B}"/>
                  </a:ext>
                </a:extLst>
              </p:cNvPr>
              <p:cNvSpPr/>
              <p:nvPr/>
            </p:nvSpPr>
            <p:spPr>
              <a:xfrm>
                <a:off x="5829195" y="3116833"/>
                <a:ext cx="356939" cy="5871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200" b="1" smtClean="0">
                          <a:solidFill>
                            <a:schemeClr val="tx1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FE3F06E-2266-50EC-B711-F8B630017A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195" y="3116833"/>
                <a:ext cx="356939" cy="587143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F69B586-18DB-B962-0CAB-44C043A56661}"/>
                  </a:ext>
                </a:extLst>
              </p:cNvPr>
              <p:cNvSpPr/>
              <p:nvPr/>
            </p:nvSpPr>
            <p:spPr>
              <a:xfrm>
                <a:off x="5829194" y="2447821"/>
                <a:ext cx="356939" cy="5871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smtClean="0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8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F69B586-18DB-B962-0CAB-44C043A566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194" y="2447821"/>
                <a:ext cx="356939" cy="587143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314E4F4-6642-B252-626A-078123C15A13}"/>
                  </a:ext>
                </a:extLst>
              </p:cNvPr>
              <p:cNvSpPr/>
              <p:nvPr/>
            </p:nvSpPr>
            <p:spPr>
              <a:xfrm>
                <a:off x="6279676" y="3082251"/>
                <a:ext cx="833736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chemeClr val="tx1"/>
                          </a:solidFill>
                        </a:rPr>
                        <m:t>□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314E4F4-6642-B252-626A-078123C15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676" y="3082251"/>
                <a:ext cx="833736" cy="60443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171D433-6145-BD08-E27D-22BB3DB07AE1}"/>
                  </a:ext>
                </a:extLst>
              </p:cNvPr>
              <p:cNvSpPr/>
              <p:nvPr/>
            </p:nvSpPr>
            <p:spPr>
              <a:xfrm>
                <a:off x="6279675" y="2413239"/>
                <a:ext cx="833736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1">
                          <a:solidFill>
                            <a:schemeClr val="accent6"/>
                          </a:solidFill>
                        </a:rPr>
                        <m:t>□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171D433-6145-BD08-E27D-22BB3DB07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675" y="2413239"/>
                <a:ext cx="833736" cy="60443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3769F0A-CD39-8ED3-3635-693ABD18EA7F}"/>
                  </a:ext>
                </a:extLst>
              </p:cNvPr>
              <p:cNvSpPr/>
              <p:nvPr/>
            </p:nvSpPr>
            <p:spPr>
              <a:xfrm>
                <a:off x="7237030" y="3082251"/>
                <a:ext cx="541552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</a:rPr>
                        <m:t>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3769F0A-CD39-8ED3-3635-693ABD18EA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30" y="3082251"/>
                <a:ext cx="541552" cy="60443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008E981-BBAC-B7DF-F5A6-DBA80946E475}"/>
                  </a:ext>
                </a:extLst>
              </p:cNvPr>
              <p:cNvSpPr/>
              <p:nvPr/>
            </p:nvSpPr>
            <p:spPr>
              <a:xfrm>
                <a:off x="7237029" y="2413239"/>
                <a:ext cx="541552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RO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008E981-BBAC-B7DF-F5A6-DBA80946E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29" y="2413239"/>
                <a:ext cx="541552" cy="604434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33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5" grpId="0" animBg="1"/>
      <p:bldP spid="56" grpId="0" animBg="1"/>
      <p:bldP spid="58" grpId="0" animBg="1"/>
      <p:bldP spid="59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55D137-6384-99BF-D4E4-B940623B72AD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  <a:endParaRPr lang="en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84CB1-D0D8-8440-FF97-3C8DE77860C3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110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3C320-EB95-7E9B-6EE2-0795DCF07651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</a:t>
            </a:r>
            <a:endParaRPr lang="en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586CE-E493-10FF-DF0C-EE939325BDF9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F2E6C6-E25F-170F-F1D3-F099355104FD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C5EA68-8459-A7EE-87E6-8FA8BB7310FE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ACBBEB-12C0-429F-8AD9-59A4ABB4FE35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9D63D-5C62-C37E-60F2-3DC2F7EBCC88}"/>
              </a:ext>
            </a:extLst>
          </p:cNvPr>
          <p:cNvSpPr/>
          <p:nvPr/>
        </p:nvSpPr>
        <p:spPr>
          <a:xfrm>
            <a:off x="1848778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FBBCF1-A473-9CC6-43E8-7FC514A0EEBB}"/>
              </a:ext>
            </a:extLst>
          </p:cNvPr>
          <p:cNvSpPr/>
          <p:nvPr/>
        </p:nvSpPr>
        <p:spPr>
          <a:xfrm>
            <a:off x="1848778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23DE33-A196-80A1-5E87-64A46AE5F00D}"/>
              </a:ext>
            </a:extLst>
          </p:cNvPr>
          <p:cNvSpPr/>
          <p:nvPr/>
        </p:nvSpPr>
        <p:spPr>
          <a:xfrm>
            <a:off x="1848778" y="3487922"/>
            <a:ext cx="605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110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8273E8-AA86-0E65-B0C5-D7821BDC47DB}"/>
              </a:ext>
            </a:extLst>
          </p:cNvPr>
          <p:cNvSpPr/>
          <p:nvPr/>
        </p:nvSpPr>
        <p:spPr>
          <a:xfrm>
            <a:off x="1848777" y="4133374"/>
            <a:ext cx="6648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11</a:t>
            </a:r>
            <a:endParaRPr lang="en-RO" dirty="0">
              <a:solidFill>
                <a:schemeClr val="bg1"/>
              </a:solidFill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94C67B86-D42B-88A1-B955-36A79BC9A47E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E48BE6E-2F64-7151-AA3A-4AAF4DE6FF0E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D57C47E-52BD-A4CC-A22D-4E8ED04EB15D}"/>
              </a:ext>
            </a:extLst>
          </p:cNvPr>
          <p:cNvSpPr txBox="1">
            <a:spLocks/>
          </p:cNvSpPr>
          <p:nvPr/>
        </p:nvSpPr>
        <p:spPr>
          <a:xfrm>
            <a:off x="1789791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1</a:t>
            </a:r>
            <a:endParaRPr lang="en-RO" sz="1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B5EE2F-7EC6-7A30-68BC-D42FAD4B6E34}"/>
              </a:ext>
            </a:extLst>
          </p:cNvPr>
          <p:cNvSpPr/>
          <p:nvPr/>
        </p:nvSpPr>
        <p:spPr>
          <a:xfrm>
            <a:off x="2762014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60678D-0E78-ACB6-7DFA-E9740B56248C}"/>
              </a:ext>
            </a:extLst>
          </p:cNvPr>
          <p:cNvSpPr/>
          <p:nvPr/>
        </p:nvSpPr>
        <p:spPr>
          <a:xfrm>
            <a:off x="2762014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F8885-80A8-9354-CC17-61449532BB77}"/>
              </a:ext>
            </a:extLst>
          </p:cNvPr>
          <p:cNvSpPr/>
          <p:nvPr/>
        </p:nvSpPr>
        <p:spPr>
          <a:xfrm>
            <a:off x="2762014" y="3487922"/>
            <a:ext cx="605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2F16B7-E80D-838C-4919-5E1A46CB8836}"/>
              </a:ext>
            </a:extLst>
          </p:cNvPr>
          <p:cNvSpPr/>
          <p:nvPr/>
        </p:nvSpPr>
        <p:spPr>
          <a:xfrm>
            <a:off x="2762013" y="4133374"/>
            <a:ext cx="6648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00</a:t>
            </a:r>
            <a:endParaRPr lang="en-RO" dirty="0">
              <a:solidFill>
                <a:schemeClr val="bg1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FB479F2-16B8-EE25-1507-11F53055FF24}"/>
              </a:ext>
            </a:extLst>
          </p:cNvPr>
          <p:cNvSpPr txBox="1">
            <a:spLocks/>
          </p:cNvSpPr>
          <p:nvPr/>
        </p:nvSpPr>
        <p:spPr>
          <a:xfrm>
            <a:off x="2703027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3</a:t>
            </a:r>
            <a:endParaRPr lang="en-RO"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C0521AF-DD1B-7D7F-142C-1A738D4B2C42}"/>
              </a:ext>
            </a:extLst>
          </p:cNvPr>
          <p:cNvSpPr/>
          <p:nvPr/>
        </p:nvSpPr>
        <p:spPr>
          <a:xfrm>
            <a:off x="3675248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285424F-57E3-C771-50E6-323552B1B3B0}"/>
              </a:ext>
            </a:extLst>
          </p:cNvPr>
          <p:cNvSpPr/>
          <p:nvPr/>
        </p:nvSpPr>
        <p:spPr>
          <a:xfrm>
            <a:off x="3675248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72CC1F-C83B-6E61-21F8-2C447B97A822}"/>
              </a:ext>
            </a:extLst>
          </p:cNvPr>
          <p:cNvSpPr/>
          <p:nvPr/>
        </p:nvSpPr>
        <p:spPr>
          <a:xfrm>
            <a:off x="3675248" y="3487922"/>
            <a:ext cx="605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110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E6BEB5-E1CC-DCEB-9A34-2A3DEA8A5AD0}"/>
              </a:ext>
            </a:extLst>
          </p:cNvPr>
          <p:cNvSpPr/>
          <p:nvPr/>
        </p:nvSpPr>
        <p:spPr>
          <a:xfrm>
            <a:off x="3675247" y="4133374"/>
            <a:ext cx="6648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11</a:t>
            </a:r>
            <a:endParaRPr lang="en-RO" dirty="0">
              <a:solidFill>
                <a:schemeClr val="bg1"/>
              </a:solidFill>
            </a:endParaRP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1E9B142E-4191-1398-C071-1D5E930BF634}"/>
              </a:ext>
            </a:extLst>
          </p:cNvPr>
          <p:cNvSpPr txBox="1">
            <a:spLocks/>
          </p:cNvSpPr>
          <p:nvPr/>
        </p:nvSpPr>
        <p:spPr>
          <a:xfrm>
            <a:off x="3616261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1</a:t>
            </a:r>
            <a:endParaRPr lang="en-RO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64C8D91-BB1E-BE18-CE1F-30ACAFF2AB22}"/>
              </a:ext>
            </a:extLst>
          </p:cNvPr>
          <p:cNvSpPr/>
          <p:nvPr/>
        </p:nvSpPr>
        <p:spPr>
          <a:xfrm>
            <a:off x="4529495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6F01B54-13C2-8984-0C83-10E6A0E408A2}"/>
              </a:ext>
            </a:extLst>
          </p:cNvPr>
          <p:cNvSpPr/>
          <p:nvPr/>
        </p:nvSpPr>
        <p:spPr>
          <a:xfrm>
            <a:off x="4529495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29BDBDD-2338-AD1C-CA1F-C6B5880C987B}"/>
              </a:ext>
            </a:extLst>
          </p:cNvPr>
          <p:cNvSpPr/>
          <p:nvPr/>
        </p:nvSpPr>
        <p:spPr>
          <a:xfrm>
            <a:off x="4529495" y="3487922"/>
            <a:ext cx="605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7F8E8A-0CF7-BFA7-53D5-7A6645307B9C}"/>
              </a:ext>
            </a:extLst>
          </p:cNvPr>
          <p:cNvSpPr/>
          <p:nvPr/>
        </p:nvSpPr>
        <p:spPr>
          <a:xfrm>
            <a:off x="4529494" y="4133374"/>
            <a:ext cx="6648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100</a:t>
            </a:r>
            <a:endParaRPr lang="en-RO" dirty="0">
              <a:solidFill>
                <a:schemeClr val="bg1"/>
              </a:solidFill>
            </a:endParaRP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6876C6F5-DC04-FCC7-455E-B1B390605B80}"/>
              </a:ext>
            </a:extLst>
          </p:cNvPr>
          <p:cNvSpPr txBox="1">
            <a:spLocks/>
          </p:cNvSpPr>
          <p:nvPr/>
        </p:nvSpPr>
        <p:spPr>
          <a:xfrm>
            <a:off x="4470508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371;p48">
                <a:extLst>
                  <a:ext uri="{FF2B5EF4-FFF2-40B4-BE49-F238E27FC236}">
                    <a16:creationId xmlns:a16="http://schemas.microsoft.com/office/drawing/2014/main" id="{DFE4F12D-8012-F6AA-6DCC-91A576EF2F74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MPCP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PC</m:t>
                      </m:r>
                      <m:r>
                        <m:rPr>
                          <m:sty m:val="p"/>
                        </m:rPr>
                        <a:rPr lang="en-US" sz="3600" smtClean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3" name="Google Shape;2371;p48">
                <a:extLst>
                  <a:ext uri="{FF2B5EF4-FFF2-40B4-BE49-F238E27FC236}">
                    <a16:creationId xmlns:a16="http://schemas.microsoft.com/office/drawing/2014/main" id="{DFE4F12D-8012-F6AA-6DCC-91A576EF2F7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29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4" grpId="0" animBg="1"/>
      <p:bldP spid="15" grpId="0" animBg="1"/>
      <p:bldP spid="26" grpId="0"/>
      <p:bldP spid="33" grpId="0"/>
      <p:bldP spid="35" grpId="0"/>
      <p:bldP spid="36" grpId="0"/>
      <p:bldP spid="37" grpId="0"/>
      <p:bldP spid="49" grpId="0" animBg="1"/>
      <p:bldP spid="50" grpId="0" animBg="1"/>
      <p:bldP spid="51" grpId="0"/>
      <p:bldP spid="52" grpId="0"/>
      <p:bldP spid="53" grpId="0"/>
      <p:bldP spid="54" grpId="0" animBg="1"/>
      <p:bldP spid="55" grpId="0" animBg="1"/>
      <p:bldP spid="56" grpId="0"/>
      <p:bldP spid="57" grpId="0"/>
      <p:bldP spid="58" grpId="0"/>
      <p:bldP spid="63" grpId="0" animBg="1"/>
      <p:bldP spid="64" grpId="0" animBg="1"/>
      <p:bldP spid="65" grpId="0"/>
      <p:bldP spid="66" grpId="0"/>
      <p:bldP spid="6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55D137-6384-99BF-D4E4-B940623B72AD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  <a:endParaRPr lang="en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84CB1-D0D8-8440-FF97-3C8DE77860C3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3C320-EB95-7E9B-6EE2-0795DCF07651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586CE-E493-10FF-DF0C-EE939325BDF9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F2E6C6-E25F-170F-F1D3-F099355104FD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C5EA68-8459-A7EE-87E6-8FA8BB7310FE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ACBBEB-12C0-429F-8AD9-59A4ABB4FE35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9D63D-5C62-C37E-60F2-3DC2F7EBCC88}"/>
              </a:ext>
            </a:extLst>
          </p:cNvPr>
          <p:cNvSpPr/>
          <p:nvPr/>
        </p:nvSpPr>
        <p:spPr>
          <a:xfrm>
            <a:off x="1848778" y="4008606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FBBCF1-A473-9CC6-43E8-7FC514A0EEBB}"/>
              </a:ext>
            </a:extLst>
          </p:cNvPr>
          <p:cNvSpPr/>
          <p:nvPr/>
        </p:nvSpPr>
        <p:spPr>
          <a:xfrm>
            <a:off x="1848778" y="3339594"/>
            <a:ext cx="664858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C04DAC-7EFF-F45F-DFC6-E1B385791866}"/>
              </a:ext>
            </a:extLst>
          </p:cNvPr>
          <p:cNvSpPr/>
          <p:nvPr/>
        </p:nvSpPr>
        <p:spPr>
          <a:xfrm>
            <a:off x="2672510" y="4008606"/>
            <a:ext cx="477733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FBDC8A-6A4A-12D8-7DA7-B9C96F47B3BB}"/>
              </a:ext>
            </a:extLst>
          </p:cNvPr>
          <p:cNvSpPr/>
          <p:nvPr/>
        </p:nvSpPr>
        <p:spPr>
          <a:xfrm>
            <a:off x="2672511" y="3339594"/>
            <a:ext cx="474074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E13A51-CEF9-1B5A-42A5-F5F2F56B2868}"/>
              </a:ext>
            </a:extLst>
          </p:cNvPr>
          <p:cNvSpPr/>
          <p:nvPr/>
        </p:nvSpPr>
        <p:spPr>
          <a:xfrm>
            <a:off x="4149282" y="3999190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AFFC6A-DA8F-6CD4-412D-1ADDFC6D6E3C}"/>
              </a:ext>
            </a:extLst>
          </p:cNvPr>
          <p:cNvSpPr/>
          <p:nvPr/>
        </p:nvSpPr>
        <p:spPr>
          <a:xfrm>
            <a:off x="4149282" y="3330178"/>
            <a:ext cx="662930" cy="6044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75909B-0E81-0DA1-AF9B-ACE54159D200}"/>
              </a:ext>
            </a:extLst>
          </p:cNvPr>
          <p:cNvSpPr/>
          <p:nvPr/>
        </p:nvSpPr>
        <p:spPr>
          <a:xfrm>
            <a:off x="3327224" y="3999190"/>
            <a:ext cx="658443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FA4C11-BC49-BF04-BA6A-0A4FCF2733C1}"/>
              </a:ext>
            </a:extLst>
          </p:cNvPr>
          <p:cNvSpPr/>
          <p:nvPr/>
        </p:nvSpPr>
        <p:spPr>
          <a:xfrm>
            <a:off x="3327224" y="3330178"/>
            <a:ext cx="664858" cy="6138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23DE33-A196-80A1-5E87-64A46AE5F00D}"/>
              </a:ext>
            </a:extLst>
          </p:cNvPr>
          <p:cNvSpPr/>
          <p:nvPr/>
        </p:nvSpPr>
        <p:spPr>
          <a:xfrm>
            <a:off x="1931329" y="3482372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DD1133-688D-95CA-BCBE-A082D8FBEDA3}"/>
              </a:ext>
            </a:extLst>
          </p:cNvPr>
          <p:cNvSpPr/>
          <p:nvPr/>
        </p:nvSpPr>
        <p:spPr>
          <a:xfrm>
            <a:off x="2772618" y="3457145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DC0A41-D655-BD3D-79E6-72AD317D30F0}"/>
              </a:ext>
            </a:extLst>
          </p:cNvPr>
          <p:cNvSpPr/>
          <p:nvPr/>
        </p:nvSpPr>
        <p:spPr>
          <a:xfrm>
            <a:off x="3406335" y="3447729"/>
            <a:ext cx="4828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001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F40A8A-B193-8AA7-191D-7C8EE871B0BF}"/>
              </a:ext>
            </a:extLst>
          </p:cNvPr>
          <p:cNvSpPr/>
          <p:nvPr/>
        </p:nvSpPr>
        <p:spPr>
          <a:xfrm>
            <a:off x="4329904" y="3447729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78616E-5295-A934-D6A9-C92D508ADADC}"/>
              </a:ext>
            </a:extLst>
          </p:cNvPr>
          <p:cNvSpPr/>
          <p:nvPr/>
        </p:nvSpPr>
        <p:spPr>
          <a:xfrm>
            <a:off x="4159469" y="4126157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0011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5BAF64-5BA9-428E-39EC-54BC483DED79}"/>
              </a:ext>
            </a:extLst>
          </p:cNvPr>
          <p:cNvSpPr/>
          <p:nvPr/>
        </p:nvSpPr>
        <p:spPr>
          <a:xfrm>
            <a:off x="3508810" y="4126157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2755BD-6DEE-550F-BB81-7ACD9C7CC5E6}"/>
              </a:ext>
            </a:extLst>
          </p:cNvPr>
          <p:cNvSpPr/>
          <p:nvPr/>
        </p:nvSpPr>
        <p:spPr>
          <a:xfrm>
            <a:off x="2727880" y="4119785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8273E8-AA86-0E65-B0C5-D7821BDC47DB}"/>
              </a:ext>
            </a:extLst>
          </p:cNvPr>
          <p:cNvSpPr/>
          <p:nvPr/>
        </p:nvSpPr>
        <p:spPr>
          <a:xfrm>
            <a:off x="2052136" y="413177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RO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94C67B86-D42B-88A1-B955-36A79BC9A47E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E48BE6E-2F64-7151-AA3A-4AAF4DE6FF0E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D57C47E-52BD-A4CC-A22D-4E8ED04EB15D}"/>
              </a:ext>
            </a:extLst>
          </p:cNvPr>
          <p:cNvSpPr txBox="1">
            <a:spLocks/>
          </p:cNvSpPr>
          <p:nvPr/>
        </p:nvSpPr>
        <p:spPr>
          <a:xfrm>
            <a:off x="1789791" y="4630497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D894FE9C-525D-82CE-A236-07E427CDFDFF}"/>
              </a:ext>
            </a:extLst>
          </p:cNvPr>
          <p:cNvSpPr txBox="1">
            <a:spLocks/>
          </p:cNvSpPr>
          <p:nvPr/>
        </p:nvSpPr>
        <p:spPr>
          <a:xfrm>
            <a:off x="2513635" y="4630496"/>
            <a:ext cx="702009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1</a:t>
            </a:r>
            <a:endParaRPr lang="en-RO" sz="1400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A066486-2441-C4E9-DA7D-F66B843F80F8}"/>
              </a:ext>
            </a:extLst>
          </p:cNvPr>
          <p:cNvSpPr txBox="1">
            <a:spLocks/>
          </p:cNvSpPr>
          <p:nvPr/>
        </p:nvSpPr>
        <p:spPr>
          <a:xfrm>
            <a:off x="3237481" y="4622456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486EFE03-8625-4868-CA6B-BC7420E66C31}"/>
              </a:ext>
            </a:extLst>
          </p:cNvPr>
          <p:cNvSpPr txBox="1">
            <a:spLocks/>
          </p:cNvSpPr>
          <p:nvPr/>
        </p:nvSpPr>
        <p:spPr>
          <a:xfrm>
            <a:off x="4065870" y="4613040"/>
            <a:ext cx="746342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371;p48">
                <a:extLst>
                  <a:ext uri="{FF2B5EF4-FFF2-40B4-BE49-F238E27FC236}">
                    <a16:creationId xmlns:a16="http://schemas.microsoft.com/office/drawing/2014/main" id="{9BFF3394-7032-95CF-9E4B-CA331602387D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</a:rPr>
                      <m:t>MPCP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US" sz="3600">
                        <a:latin typeface="Cambria Math" panose="02040503050406030204" pitchFamily="18" charset="0"/>
                      </a:rPr>
                      <m:t>PCP</m:t>
                    </m:r>
                  </m:oMath>
                </a14:m>
                <a:r>
                  <a:rPr lang="en-GB" sz="3600" dirty="0"/>
                  <a:t> (2)</a:t>
                </a:r>
              </a:p>
            </p:txBody>
          </p:sp>
        </mc:Choice>
        <mc:Fallback xmlns="">
          <p:sp>
            <p:nvSpPr>
              <p:cNvPr id="13" name="Google Shape;2371;p48">
                <a:extLst>
                  <a:ext uri="{FF2B5EF4-FFF2-40B4-BE49-F238E27FC236}">
                    <a16:creationId xmlns:a16="http://schemas.microsoft.com/office/drawing/2014/main" id="{9BFF3394-7032-95CF-9E4B-CA331602387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8511" b="-59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C37EEC4-3D27-5783-E2FA-FF3730CD433E}"/>
                  </a:ext>
                </a:extLst>
              </p:cNvPr>
              <p:cNvSpPr/>
              <p:nvPr/>
            </p:nvSpPr>
            <p:spPr>
              <a:xfrm>
                <a:off x="4472876" y="1887283"/>
                <a:ext cx="66485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C37EEC4-3D27-5783-E2FA-FF3730CD43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876" y="1887283"/>
                <a:ext cx="664858" cy="604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ADDD135-7408-6C0F-16FD-8E4AB7EA48BB}"/>
                  </a:ext>
                </a:extLst>
              </p:cNvPr>
              <p:cNvSpPr/>
              <p:nvPr/>
            </p:nvSpPr>
            <p:spPr>
              <a:xfrm>
                <a:off x="4472876" y="1218271"/>
                <a:ext cx="66485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ADDD135-7408-6C0F-16FD-8E4AB7EA48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876" y="1218271"/>
                <a:ext cx="664858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1C27F29-C4EF-2585-E28B-4284F36F4472}"/>
                  </a:ext>
                </a:extLst>
              </p:cNvPr>
              <p:cNvSpPr/>
              <p:nvPr/>
            </p:nvSpPr>
            <p:spPr>
              <a:xfrm>
                <a:off x="5904458" y="1887283"/>
                <a:ext cx="99668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1C27F29-C4EF-2585-E28B-4284F36F44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458" y="1887283"/>
                <a:ext cx="996688" cy="604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917A617-CE3C-AF5A-7B9B-132B96228470}"/>
                  </a:ext>
                </a:extLst>
              </p:cNvPr>
              <p:cNvSpPr/>
              <p:nvPr/>
            </p:nvSpPr>
            <p:spPr>
              <a:xfrm>
                <a:off x="5904458" y="1218271"/>
                <a:ext cx="99668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1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917A617-CE3C-AF5A-7B9B-132B96228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458" y="1218271"/>
                <a:ext cx="996688" cy="604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4AD116E-96DF-7B2B-0465-5EAD020CEC82}"/>
                  </a:ext>
                </a:extLst>
              </p:cNvPr>
              <p:cNvSpPr/>
              <p:nvPr/>
            </p:nvSpPr>
            <p:spPr>
              <a:xfrm>
                <a:off x="6952952" y="1886456"/>
                <a:ext cx="1114153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4AD116E-96DF-7B2B-0465-5EAD020CEC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952" y="1886456"/>
                <a:ext cx="1114153" cy="6044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5113896-486F-7ED7-E68A-5369488E1B2F}"/>
                  </a:ext>
                </a:extLst>
              </p:cNvPr>
              <p:cNvSpPr/>
              <p:nvPr/>
            </p:nvSpPr>
            <p:spPr>
              <a:xfrm>
                <a:off x="6952952" y="1217444"/>
                <a:ext cx="1114153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 </m:t>
                    </m:r>
                  </m:oMath>
                </a14:m>
                <a:r>
                  <a:rPr lang="en-RO" dirty="0">
                    <a:solidFill>
                      <a:schemeClr val="accent6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5113896-486F-7ED7-E68A-5369488E1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952" y="1217444"/>
                <a:ext cx="1114153" cy="604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itle 1">
            <a:extLst>
              <a:ext uri="{FF2B5EF4-FFF2-40B4-BE49-F238E27FC236}">
                <a16:creationId xmlns:a16="http://schemas.microsoft.com/office/drawing/2014/main" id="{CF1192A8-A17D-C5C2-9E90-4EE526FFB499}"/>
              </a:ext>
            </a:extLst>
          </p:cNvPr>
          <p:cNvSpPr txBox="1">
            <a:spLocks/>
          </p:cNvSpPr>
          <p:nvPr/>
        </p:nvSpPr>
        <p:spPr>
          <a:xfrm>
            <a:off x="4420044" y="2575962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66B695BB-4C3E-6DAF-3C74-8EE822E77F83}"/>
              </a:ext>
            </a:extLst>
          </p:cNvPr>
          <p:cNvSpPr txBox="1">
            <a:spLocks/>
          </p:cNvSpPr>
          <p:nvPr/>
        </p:nvSpPr>
        <p:spPr>
          <a:xfrm>
            <a:off x="6051797" y="2536550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3</a:t>
            </a:r>
            <a:endParaRPr lang="en-RO" sz="1400" dirty="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35DFEDDD-DCC6-57D1-204C-DB1380131F51}"/>
              </a:ext>
            </a:extLst>
          </p:cNvPr>
          <p:cNvSpPr txBox="1">
            <a:spLocks/>
          </p:cNvSpPr>
          <p:nvPr/>
        </p:nvSpPr>
        <p:spPr>
          <a:xfrm>
            <a:off x="7159023" y="2531831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4</a:t>
            </a:r>
            <a:endParaRPr lang="en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04DEA0-75B2-537D-3EDA-80A12AB6EF53}"/>
                  </a:ext>
                </a:extLst>
              </p:cNvPr>
              <p:cNvSpPr/>
              <p:nvPr/>
            </p:nvSpPr>
            <p:spPr>
              <a:xfrm>
                <a:off x="5187794" y="1887283"/>
                <a:ext cx="66485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04DEA0-75B2-537D-3EDA-80A12AB6EF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794" y="1887283"/>
                <a:ext cx="664858" cy="6044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A3CC101-08A8-D5E5-44A9-1203FACB7EDC}"/>
                  </a:ext>
                </a:extLst>
              </p:cNvPr>
              <p:cNvSpPr/>
              <p:nvPr/>
            </p:nvSpPr>
            <p:spPr>
              <a:xfrm>
                <a:off x="5187794" y="1218271"/>
                <a:ext cx="66485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A3CC101-08A8-D5E5-44A9-1203FACB7E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794" y="1218271"/>
                <a:ext cx="664858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itle 1">
            <a:extLst>
              <a:ext uri="{FF2B5EF4-FFF2-40B4-BE49-F238E27FC236}">
                <a16:creationId xmlns:a16="http://schemas.microsoft.com/office/drawing/2014/main" id="{CA8B3759-99C5-B957-43BE-1DB0B45C9C1E}"/>
              </a:ext>
            </a:extLst>
          </p:cNvPr>
          <p:cNvSpPr txBox="1">
            <a:spLocks/>
          </p:cNvSpPr>
          <p:nvPr/>
        </p:nvSpPr>
        <p:spPr>
          <a:xfrm>
            <a:off x="5184331" y="2531831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7DFF873-8927-A042-9720-96E6F3B30C52}"/>
                  </a:ext>
                </a:extLst>
              </p:cNvPr>
              <p:cNvSpPr/>
              <p:nvPr/>
            </p:nvSpPr>
            <p:spPr>
              <a:xfrm>
                <a:off x="8118911" y="1886456"/>
                <a:ext cx="66485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en-RO" b="1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7DFF873-8927-A042-9720-96E6F3B30C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911" y="1886456"/>
                <a:ext cx="664858" cy="6044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D76EBB2-64BE-E3B4-485F-50ED3B39EF3D}"/>
                  </a:ext>
                </a:extLst>
              </p:cNvPr>
              <p:cNvSpPr/>
              <p:nvPr/>
            </p:nvSpPr>
            <p:spPr>
              <a:xfrm>
                <a:off x="8118911" y="1217444"/>
                <a:ext cx="66485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$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D76EBB2-64BE-E3B4-485F-50ED3B39EF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911" y="1217444"/>
                <a:ext cx="664858" cy="60443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itle 1">
            <a:extLst>
              <a:ext uri="{FF2B5EF4-FFF2-40B4-BE49-F238E27FC236}">
                <a16:creationId xmlns:a16="http://schemas.microsoft.com/office/drawing/2014/main" id="{87378960-9CC4-B6BE-7301-89C1EED92C1C}"/>
              </a:ext>
            </a:extLst>
          </p:cNvPr>
          <p:cNvSpPr txBox="1">
            <a:spLocks/>
          </p:cNvSpPr>
          <p:nvPr/>
        </p:nvSpPr>
        <p:spPr>
          <a:xfrm>
            <a:off x="808320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5</a:t>
            </a:r>
            <a:endParaRPr lang="en-RO" sz="1400" dirty="0"/>
          </a:p>
        </p:txBody>
      </p:sp>
      <p:sp>
        <p:nvSpPr>
          <p:cNvPr id="53" name="Multiplication Sign 52">
            <a:extLst>
              <a:ext uri="{FF2B5EF4-FFF2-40B4-BE49-F238E27FC236}">
                <a16:creationId xmlns:a16="http://schemas.microsoft.com/office/drawing/2014/main" id="{4D50159E-D23F-161F-F774-FD5273FB6B99}"/>
              </a:ext>
            </a:extLst>
          </p:cNvPr>
          <p:cNvSpPr/>
          <p:nvPr/>
        </p:nvSpPr>
        <p:spPr>
          <a:xfrm>
            <a:off x="1053908" y="3053713"/>
            <a:ext cx="4795281" cy="1938123"/>
          </a:xfrm>
          <a:prstGeom prst="mathMultiply">
            <a:avLst/>
          </a:prstGeom>
          <a:solidFill>
            <a:srgbClr val="FF0000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8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3" grpId="0" animBg="1"/>
      <p:bldP spid="23" grpId="1" animBg="1"/>
      <p:bldP spid="24" grpId="0" animBg="1"/>
      <p:bldP spid="24" grpId="1" animBg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5" grpId="0"/>
      <p:bldP spid="36" grpId="0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20" grpId="0" animBg="1"/>
      <p:bldP spid="22" grpId="0" animBg="1"/>
      <p:bldP spid="25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 animBg="1"/>
      <p:bldP spid="48" grpId="0" animBg="1"/>
      <p:bldP spid="49" grpId="0"/>
      <p:bldP spid="50" grpId="0" animBg="1"/>
      <p:bldP spid="51" grpId="0" animBg="1"/>
      <p:bldP spid="52" grpId="0"/>
      <p:bldP spid="53" grpId="0" animBg="1"/>
      <p:bldP spid="53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55D137-6384-99BF-D4E4-B940623B72AD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  <a:endParaRPr lang="en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84CB1-D0D8-8440-FF97-3C8DE77860C3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3C320-EB95-7E9B-6EE2-0795DCF07651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en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586CE-E493-10FF-DF0C-EE939325BDF9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F2E6C6-E25F-170F-F1D3-F099355104FD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C5EA68-8459-A7EE-87E6-8FA8BB7310FE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O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ACBBEB-12C0-429F-8AD9-59A4ABB4FE35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94C67B86-D42B-88A1-B955-36A79BC9A47E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E48BE6E-2F64-7151-AA3A-4AAF4DE6FF0E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371;p48">
                <a:extLst>
                  <a:ext uri="{FF2B5EF4-FFF2-40B4-BE49-F238E27FC236}">
                    <a16:creationId xmlns:a16="http://schemas.microsoft.com/office/drawing/2014/main" id="{9BFF3394-7032-95CF-9E4B-CA331602387D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</a:rPr>
                      <m:t>MPCP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US" sz="3600">
                        <a:latin typeface="Cambria Math" panose="02040503050406030204" pitchFamily="18" charset="0"/>
                      </a:rPr>
                      <m:t>PCP</m:t>
                    </m:r>
                  </m:oMath>
                </a14:m>
                <a:r>
                  <a:rPr lang="en-GB" sz="3600" dirty="0"/>
                  <a:t> (2)</a:t>
                </a:r>
              </a:p>
            </p:txBody>
          </p:sp>
        </mc:Choice>
        <mc:Fallback xmlns="">
          <p:sp>
            <p:nvSpPr>
              <p:cNvPr id="13" name="Google Shape;2371;p48">
                <a:extLst>
                  <a:ext uri="{FF2B5EF4-FFF2-40B4-BE49-F238E27FC236}">
                    <a16:creationId xmlns:a16="http://schemas.microsoft.com/office/drawing/2014/main" id="{9BFF3394-7032-95CF-9E4B-CA331602387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8511" b="-59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C37EEC4-3D27-5783-E2FA-FF3730CD433E}"/>
                  </a:ext>
                </a:extLst>
              </p:cNvPr>
              <p:cNvSpPr/>
              <p:nvPr/>
            </p:nvSpPr>
            <p:spPr>
              <a:xfrm>
                <a:off x="4472876" y="1887283"/>
                <a:ext cx="66485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C37EEC4-3D27-5783-E2FA-FF3730CD43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876" y="1887283"/>
                <a:ext cx="664858" cy="604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ADDD135-7408-6C0F-16FD-8E4AB7EA48BB}"/>
                  </a:ext>
                </a:extLst>
              </p:cNvPr>
              <p:cNvSpPr/>
              <p:nvPr/>
            </p:nvSpPr>
            <p:spPr>
              <a:xfrm>
                <a:off x="4472876" y="1218271"/>
                <a:ext cx="66485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ADDD135-7408-6C0F-16FD-8E4AB7EA48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876" y="1218271"/>
                <a:ext cx="664858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1C27F29-C4EF-2585-E28B-4284F36F4472}"/>
                  </a:ext>
                </a:extLst>
              </p:cNvPr>
              <p:cNvSpPr/>
              <p:nvPr/>
            </p:nvSpPr>
            <p:spPr>
              <a:xfrm>
                <a:off x="5904458" y="1887283"/>
                <a:ext cx="99668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1C27F29-C4EF-2585-E28B-4284F36F44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458" y="1887283"/>
                <a:ext cx="996688" cy="604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917A617-CE3C-AF5A-7B9B-132B96228470}"/>
                  </a:ext>
                </a:extLst>
              </p:cNvPr>
              <p:cNvSpPr/>
              <p:nvPr/>
            </p:nvSpPr>
            <p:spPr>
              <a:xfrm>
                <a:off x="5904458" y="1218271"/>
                <a:ext cx="99668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1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917A617-CE3C-AF5A-7B9B-132B96228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458" y="1218271"/>
                <a:ext cx="996688" cy="604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4AD116E-96DF-7B2B-0465-5EAD020CEC82}"/>
                  </a:ext>
                </a:extLst>
              </p:cNvPr>
              <p:cNvSpPr/>
              <p:nvPr/>
            </p:nvSpPr>
            <p:spPr>
              <a:xfrm>
                <a:off x="6952952" y="1886456"/>
                <a:ext cx="1114153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4AD116E-96DF-7B2B-0465-5EAD020CEC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952" y="1886456"/>
                <a:ext cx="1114153" cy="6044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5113896-486F-7ED7-E68A-5369488E1B2F}"/>
                  </a:ext>
                </a:extLst>
              </p:cNvPr>
              <p:cNvSpPr/>
              <p:nvPr/>
            </p:nvSpPr>
            <p:spPr>
              <a:xfrm>
                <a:off x="6952952" y="1217444"/>
                <a:ext cx="1114153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 </m:t>
                    </m:r>
                  </m:oMath>
                </a14:m>
                <a:r>
                  <a:rPr lang="en-RO" dirty="0">
                    <a:solidFill>
                      <a:schemeClr val="accent6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5113896-486F-7ED7-E68A-5369488E1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952" y="1217444"/>
                <a:ext cx="1114153" cy="604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itle 1">
            <a:extLst>
              <a:ext uri="{FF2B5EF4-FFF2-40B4-BE49-F238E27FC236}">
                <a16:creationId xmlns:a16="http://schemas.microsoft.com/office/drawing/2014/main" id="{CF1192A8-A17D-C5C2-9E90-4EE526FFB499}"/>
              </a:ext>
            </a:extLst>
          </p:cNvPr>
          <p:cNvSpPr txBox="1">
            <a:spLocks/>
          </p:cNvSpPr>
          <p:nvPr/>
        </p:nvSpPr>
        <p:spPr>
          <a:xfrm>
            <a:off x="4420044" y="2575962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66B695BB-4C3E-6DAF-3C74-8EE822E77F83}"/>
              </a:ext>
            </a:extLst>
          </p:cNvPr>
          <p:cNvSpPr txBox="1">
            <a:spLocks/>
          </p:cNvSpPr>
          <p:nvPr/>
        </p:nvSpPr>
        <p:spPr>
          <a:xfrm>
            <a:off x="6051797" y="2536550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3</a:t>
            </a:r>
            <a:endParaRPr lang="en-RO" sz="1400" dirty="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35DFEDDD-DCC6-57D1-204C-DB1380131F51}"/>
              </a:ext>
            </a:extLst>
          </p:cNvPr>
          <p:cNvSpPr txBox="1">
            <a:spLocks/>
          </p:cNvSpPr>
          <p:nvPr/>
        </p:nvSpPr>
        <p:spPr>
          <a:xfrm>
            <a:off x="7159023" y="2531831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4</a:t>
            </a:r>
            <a:endParaRPr lang="en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04DEA0-75B2-537D-3EDA-80A12AB6EF53}"/>
                  </a:ext>
                </a:extLst>
              </p:cNvPr>
              <p:cNvSpPr/>
              <p:nvPr/>
            </p:nvSpPr>
            <p:spPr>
              <a:xfrm>
                <a:off x="5187794" y="1887283"/>
                <a:ext cx="66485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04DEA0-75B2-537D-3EDA-80A12AB6EF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794" y="1887283"/>
                <a:ext cx="664858" cy="6044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A3CC101-08A8-D5E5-44A9-1203FACB7EDC}"/>
                  </a:ext>
                </a:extLst>
              </p:cNvPr>
              <p:cNvSpPr/>
              <p:nvPr/>
            </p:nvSpPr>
            <p:spPr>
              <a:xfrm>
                <a:off x="5187794" y="1218271"/>
                <a:ext cx="66485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A3CC101-08A8-D5E5-44A9-1203FACB7E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794" y="1218271"/>
                <a:ext cx="664858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itle 1">
            <a:extLst>
              <a:ext uri="{FF2B5EF4-FFF2-40B4-BE49-F238E27FC236}">
                <a16:creationId xmlns:a16="http://schemas.microsoft.com/office/drawing/2014/main" id="{CA8B3759-99C5-B957-43BE-1DB0B45C9C1E}"/>
              </a:ext>
            </a:extLst>
          </p:cNvPr>
          <p:cNvSpPr txBox="1">
            <a:spLocks/>
          </p:cNvSpPr>
          <p:nvPr/>
        </p:nvSpPr>
        <p:spPr>
          <a:xfrm>
            <a:off x="5184331" y="2531831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7DFF873-8927-A042-9720-96E6F3B30C52}"/>
                  </a:ext>
                </a:extLst>
              </p:cNvPr>
              <p:cNvSpPr/>
              <p:nvPr/>
            </p:nvSpPr>
            <p:spPr>
              <a:xfrm>
                <a:off x="8118911" y="1886456"/>
                <a:ext cx="66485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en-RO" b="1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7DFF873-8927-A042-9720-96E6F3B30C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911" y="1886456"/>
                <a:ext cx="664858" cy="6044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D76EBB2-64BE-E3B4-485F-50ED3B39EF3D}"/>
                  </a:ext>
                </a:extLst>
              </p:cNvPr>
              <p:cNvSpPr/>
              <p:nvPr/>
            </p:nvSpPr>
            <p:spPr>
              <a:xfrm>
                <a:off x="8118911" y="1217444"/>
                <a:ext cx="66485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$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D76EBB2-64BE-E3B4-485F-50ED3B39EF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911" y="1217444"/>
                <a:ext cx="664858" cy="60443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itle 1">
            <a:extLst>
              <a:ext uri="{FF2B5EF4-FFF2-40B4-BE49-F238E27FC236}">
                <a16:creationId xmlns:a16="http://schemas.microsoft.com/office/drawing/2014/main" id="{87378960-9CC4-B6BE-7301-89C1EED92C1C}"/>
              </a:ext>
            </a:extLst>
          </p:cNvPr>
          <p:cNvSpPr txBox="1">
            <a:spLocks/>
          </p:cNvSpPr>
          <p:nvPr/>
        </p:nvSpPr>
        <p:spPr>
          <a:xfrm>
            <a:off x="808320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5</a:t>
            </a:r>
            <a:endParaRPr lang="en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6D3AE2F-0465-B507-642C-A7214CE76A0C}"/>
                  </a:ext>
                </a:extLst>
              </p:cNvPr>
              <p:cNvSpPr/>
              <p:nvPr/>
            </p:nvSpPr>
            <p:spPr>
              <a:xfrm>
                <a:off x="2190809" y="4029725"/>
                <a:ext cx="66485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6D3AE2F-0465-B507-642C-A7214CE76A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809" y="4029725"/>
                <a:ext cx="664858" cy="6044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A3EEF6-04AC-6F8C-39D3-7FC8D98F91C4}"/>
                  </a:ext>
                </a:extLst>
              </p:cNvPr>
              <p:cNvSpPr/>
              <p:nvPr/>
            </p:nvSpPr>
            <p:spPr>
              <a:xfrm>
                <a:off x="2190809" y="3360713"/>
                <a:ext cx="66485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A3EEF6-04AC-6F8C-39D3-7FC8D98F9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809" y="3360713"/>
                <a:ext cx="664858" cy="60443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B58E5EF3-E512-6589-FE34-C6211C2EE435}"/>
              </a:ext>
            </a:extLst>
          </p:cNvPr>
          <p:cNvSpPr txBox="1">
            <a:spLocks/>
          </p:cNvSpPr>
          <p:nvPr/>
        </p:nvSpPr>
        <p:spPr>
          <a:xfrm>
            <a:off x="2137977" y="471840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B783506-CC1F-999A-8446-462A10C30070}"/>
                  </a:ext>
                </a:extLst>
              </p:cNvPr>
              <p:cNvSpPr/>
              <p:nvPr/>
            </p:nvSpPr>
            <p:spPr>
              <a:xfrm>
                <a:off x="2952802" y="4029725"/>
                <a:ext cx="1114153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B783506-CC1F-999A-8446-462A10C300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802" y="4029725"/>
                <a:ext cx="1114153" cy="60443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29F8138-5707-39E4-1FB5-70C79399A0E5}"/>
                  </a:ext>
                </a:extLst>
              </p:cNvPr>
              <p:cNvSpPr/>
              <p:nvPr/>
            </p:nvSpPr>
            <p:spPr>
              <a:xfrm>
                <a:off x="2952802" y="3360713"/>
                <a:ext cx="1114153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 </m:t>
                    </m:r>
                  </m:oMath>
                </a14:m>
                <a:r>
                  <a:rPr lang="en-RO" dirty="0">
                    <a:solidFill>
                      <a:schemeClr val="accent6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29F8138-5707-39E4-1FB5-70C79399A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802" y="3360713"/>
                <a:ext cx="1114153" cy="60443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itle 1">
            <a:extLst>
              <a:ext uri="{FF2B5EF4-FFF2-40B4-BE49-F238E27FC236}">
                <a16:creationId xmlns:a16="http://schemas.microsoft.com/office/drawing/2014/main" id="{72ADBD43-F472-94DD-7234-61F8AC0EFB21}"/>
              </a:ext>
            </a:extLst>
          </p:cNvPr>
          <p:cNvSpPr txBox="1">
            <a:spLocks/>
          </p:cNvSpPr>
          <p:nvPr/>
        </p:nvSpPr>
        <p:spPr>
          <a:xfrm>
            <a:off x="3158873" y="4675100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4</a:t>
            </a:r>
            <a:endParaRPr lang="en-RO" sz="1400" dirty="0"/>
          </a:p>
        </p:txBody>
      </p:sp>
    </p:spTree>
    <p:extLst>
      <p:ext uri="{BB962C8B-B14F-4D97-AF65-F5344CB8AC3E}">
        <p14:creationId xmlns:p14="http://schemas.microsoft.com/office/powerpoint/2010/main" val="423402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12" grpId="0" animBg="1"/>
      <p:bldP spid="21" grpId="0" animBg="1"/>
      <p:bldP spid="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55D137-6384-99BF-D4E4-B940623B72AD}"/>
              </a:ext>
            </a:extLst>
          </p:cNvPr>
          <p:cNvSpPr/>
          <p:nvPr/>
        </p:nvSpPr>
        <p:spPr>
          <a:xfrm>
            <a:off x="699792" y="1847365"/>
            <a:ext cx="664858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  <a:endParaRPr lang="en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84CB1-D0D8-8440-FF97-3C8DE77860C3}"/>
              </a:ext>
            </a:extLst>
          </p:cNvPr>
          <p:cNvSpPr/>
          <p:nvPr/>
        </p:nvSpPr>
        <p:spPr>
          <a:xfrm>
            <a:off x="699792" y="1178353"/>
            <a:ext cx="664858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110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3C320-EB95-7E9B-6EE2-0795DCF07651}"/>
              </a:ext>
            </a:extLst>
          </p:cNvPr>
          <p:cNvSpPr/>
          <p:nvPr/>
        </p:nvSpPr>
        <p:spPr>
          <a:xfrm>
            <a:off x="1488799" y="1847365"/>
            <a:ext cx="577861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</a:t>
            </a:r>
            <a:endParaRPr lang="en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A586CE-E493-10FF-DF0C-EE939325BDF9}"/>
              </a:ext>
            </a:extLst>
          </p:cNvPr>
          <p:cNvSpPr/>
          <p:nvPr/>
        </p:nvSpPr>
        <p:spPr>
          <a:xfrm>
            <a:off x="1488799" y="1178353"/>
            <a:ext cx="563337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F2E6C6-E25F-170F-F1D3-F099355104FD}"/>
              </a:ext>
            </a:extLst>
          </p:cNvPr>
          <p:cNvSpPr/>
          <p:nvPr/>
        </p:nvSpPr>
        <p:spPr>
          <a:xfrm>
            <a:off x="2210349" y="1847365"/>
            <a:ext cx="662930" cy="6044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dirty="0"/>
              <a:t>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C5EA68-8459-A7EE-87E6-8FA8BB7310FE}"/>
              </a:ext>
            </a:extLst>
          </p:cNvPr>
          <p:cNvSpPr/>
          <p:nvPr/>
        </p:nvSpPr>
        <p:spPr>
          <a:xfrm>
            <a:off x="2210349" y="1178353"/>
            <a:ext cx="662930" cy="6044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01</a:t>
            </a:r>
            <a:endParaRPr lang="en-RO" dirty="0">
              <a:solidFill>
                <a:schemeClr val="accent6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ACBBEB-12C0-429F-8AD9-59A4ABB4FE35}"/>
              </a:ext>
            </a:extLst>
          </p:cNvPr>
          <p:cNvSpPr txBox="1">
            <a:spLocks/>
          </p:cNvSpPr>
          <p:nvPr/>
        </p:nvSpPr>
        <p:spPr>
          <a:xfrm>
            <a:off x="646960" y="253604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94C67B86-D42B-88A1-B955-36A79BC9A47E}"/>
              </a:ext>
            </a:extLst>
          </p:cNvPr>
          <p:cNvSpPr txBox="1">
            <a:spLocks/>
          </p:cNvSpPr>
          <p:nvPr/>
        </p:nvSpPr>
        <p:spPr>
          <a:xfrm>
            <a:off x="1364650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2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E48BE6E-2F64-7151-AA3A-4AAF4DE6FF0E}"/>
              </a:ext>
            </a:extLst>
          </p:cNvPr>
          <p:cNvSpPr txBox="1">
            <a:spLocks/>
          </p:cNvSpPr>
          <p:nvPr/>
        </p:nvSpPr>
        <p:spPr>
          <a:xfrm>
            <a:off x="2190809" y="2531832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371;p48">
                <a:extLst>
                  <a:ext uri="{FF2B5EF4-FFF2-40B4-BE49-F238E27FC236}">
                    <a16:creationId xmlns:a16="http://schemas.microsoft.com/office/drawing/2014/main" id="{DFE4F12D-8012-F6AA-6DCC-91A576EF2F74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MPCP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PC</m:t>
                      </m:r>
                      <m:r>
                        <m:rPr>
                          <m:sty m:val="p"/>
                        </m:rPr>
                        <a:rPr lang="en-US" sz="360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36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6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36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3" name="Google Shape;2371;p48">
                <a:extLst>
                  <a:ext uri="{FF2B5EF4-FFF2-40B4-BE49-F238E27FC236}">
                    <a16:creationId xmlns:a16="http://schemas.microsoft.com/office/drawing/2014/main" id="{DFE4F12D-8012-F6AA-6DCC-91A576EF2F7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b="-9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5C4EF0-205C-D634-62BA-187EB71DDB63}"/>
                  </a:ext>
                </a:extLst>
              </p:cNvPr>
              <p:cNvSpPr/>
              <p:nvPr/>
            </p:nvSpPr>
            <p:spPr>
              <a:xfrm>
                <a:off x="4340104" y="1887283"/>
                <a:ext cx="797630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5C4EF0-205C-D634-62BA-187EB71DD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104" y="1887283"/>
                <a:ext cx="797630" cy="604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68CFB73-FC81-A2B2-14B3-360B9C429E1E}"/>
                  </a:ext>
                </a:extLst>
              </p:cNvPr>
              <p:cNvSpPr/>
              <p:nvPr/>
            </p:nvSpPr>
            <p:spPr>
              <a:xfrm>
                <a:off x="4340104" y="1218271"/>
                <a:ext cx="797630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  <m:r>
                      <a:rPr lang="en-US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⋄1⋄0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68CFB73-FC81-A2B2-14B3-360B9C429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104" y="1218271"/>
                <a:ext cx="797630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B15D36F-2315-FF7B-E778-721D009B6842}"/>
                  </a:ext>
                </a:extLst>
              </p:cNvPr>
              <p:cNvSpPr/>
              <p:nvPr/>
            </p:nvSpPr>
            <p:spPr>
              <a:xfrm>
                <a:off x="6055300" y="1873409"/>
                <a:ext cx="99668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B15D36F-2315-FF7B-E778-721D009B68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300" y="1873409"/>
                <a:ext cx="996688" cy="604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FA761E1-61FC-8787-F7B6-A6C7EEF8D5FC}"/>
                  </a:ext>
                </a:extLst>
              </p:cNvPr>
              <p:cNvSpPr/>
              <p:nvPr/>
            </p:nvSpPr>
            <p:spPr>
              <a:xfrm>
                <a:off x="6055300" y="1204397"/>
                <a:ext cx="99668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FA761E1-61FC-8787-F7B6-A6C7EEF8D5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300" y="1204397"/>
                <a:ext cx="996688" cy="604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FD24851-3A58-8C0A-5A9D-1F37474D24C7}"/>
                  </a:ext>
                </a:extLst>
              </p:cNvPr>
              <p:cNvSpPr/>
              <p:nvPr/>
            </p:nvSpPr>
            <p:spPr>
              <a:xfrm>
                <a:off x="7103794" y="1872582"/>
                <a:ext cx="1114153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FD24851-3A58-8C0A-5A9D-1F37474D2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794" y="1872582"/>
                <a:ext cx="1114153" cy="6044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3C17A98-478A-1EB5-5DB8-DE0FE6E66E3C}"/>
                  </a:ext>
                </a:extLst>
              </p:cNvPr>
              <p:cNvSpPr/>
              <p:nvPr/>
            </p:nvSpPr>
            <p:spPr>
              <a:xfrm>
                <a:off x="7103794" y="1203570"/>
                <a:ext cx="1114153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>
                    <a:solidFill>
                      <a:schemeClr val="accent6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3C17A98-478A-1EB5-5DB8-DE0FE6E66E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794" y="1203570"/>
                <a:ext cx="1114153" cy="604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>
            <a:extLst>
              <a:ext uri="{FF2B5EF4-FFF2-40B4-BE49-F238E27FC236}">
                <a16:creationId xmlns:a16="http://schemas.microsoft.com/office/drawing/2014/main" id="{FCA76081-01F2-73ED-E8BA-5D3DBF1DACFD}"/>
              </a:ext>
            </a:extLst>
          </p:cNvPr>
          <p:cNvSpPr txBox="1">
            <a:spLocks/>
          </p:cNvSpPr>
          <p:nvPr/>
        </p:nvSpPr>
        <p:spPr>
          <a:xfrm>
            <a:off x="4420044" y="2575962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79D10CF-6A24-A424-543A-DD982B6209F2}"/>
              </a:ext>
            </a:extLst>
          </p:cNvPr>
          <p:cNvSpPr txBox="1">
            <a:spLocks/>
          </p:cNvSpPr>
          <p:nvPr/>
        </p:nvSpPr>
        <p:spPr>
          <a:xfrm>
            <a:off x="6202639" y="2522676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3</a:t>
            </a:r>
            <a:endParaRPr lang="en-RO" sz="14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6AF6CC3-BB0E-A96F-C3EC-A7562EDFD741}"/>
              </a:ext>
            </a:extLst>
          </p:cNvPr>
          <p:cNvSpPr txBox="1">
            <a:spLocks/>
          </p:cNvSpPr>
          <p:nvPr/>
        </p:nvSpPr>
        <p:spPr>
          <a:xfrm>
            <a:off x="7309865" y="2517957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4</a:t>
            </a:r>
            <a:endParaRPr lang="en-RO" sz="140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408EA71-07B3-8F64-00DD-3B3F8A502322}"/>
              </a:ext>
            </a:extLst>
          </p:cNvPr>
          <p:cNvSpPr txBox="1">
            <a:spLocks/>
          </p:cNvSpPr>
          <p:nvPr/>
        </p:nvSpPr>
        <p:spPr>
          <a:xfrm>
            <a:off x="5184331" y="2531831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44E506B-43CD-04EA-FE45-A122DA82C597}"/>
                  </a:ext>
                </a:extLst>
              </p:cNvPr>
              <p:cNvSpPr/>
              <p:nvPr/>
            </p:nvSpPr>
            <p:spPr>
              <a:xfrm>
                <a:off x="8269753" y="1872582"/>
                <a:ext cx="66485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en-RO" b="1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44E506B-43CD-04EA-FE45-A122DA82C5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753" y="1872582"/>
                <a:ext cx="664858" cy="6044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3DF02DC-E7A1-3DA0-4B9F-3A5B37099E7A}"/>
                  </a:ext>
                </a:extLst>
              </p:cNvPr>
              <p:cNvSpPr/>
              <p:nvPr/>
            </p:nvSpPr>
            <p:spPr>
              <a:xfrm>
                <a:off x="8269753" y="1203570"/>
                <a:ext cx="66485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$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3DF02DC-E7A1-3DA0-4B9F-3A5B37099E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753" y="1203570"/>
                <a:ext cx="664858" cy="6044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itle 1">
            <a:extLst>
              <a:ext uri="{FF2B5EF4-FFF2-40B4-BE49-F238E27FC236}">
                <a16:creationId xmlns:a16="http://schemas.microsoft.com/office/drawing/2014/main" id="{6FD0A19B-967C-04C5-8173-6685219E975F}"/>
              </a:ext>
            </a:extLst>
          </p:cNvPr>
          <p:cNvSpPr txBox="1">
            <a:spLocks/>
          </p:cNvSpPr>
          <p:nvPr/>
        </p:nvSpPr>
        <p:spPr>
          <a:xfrm>
            <a:off x="8234042" y="2517958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5</a:t>
            </a:r>
            <a:endParaRPr lang="en-RO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A294251-A344-D0B0-6C81-3C0C1E7D4920}"/>
                  </a:ext>
                </a:extLst>
              </p:cNvPr>
              <p:cNvSpPr/>
              <p:nvPr/>
            </p:nvSpPr>
            <p:spPr>
              <a:xfrm>
                <a:off x="5197702" y="1876083"/>
                <a:ext cx="797630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A294251-A344-D0B0-6C81-3C0C1E7D49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02" y="1876083"/>
                <a:ext cx="797630" cy="60443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CE51C8D-B0B1-1742-E9D8-E55C52E2F8E8}"/>
                  </a:ext>
                </a:extLst>
              </p:cNvPr>
              <p:cNvSpPr/>
              <p:nvPr/>
            </p:nvSpPr>
            <p:spPr>
              <a:xfrm>
                <a:off x="5197702" y="1207071"/>
                <a:ext cx="797630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  <m:r>
                      <a:rPr lang="en-US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⋄1⋄0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CE51C8D-B0B1-1742-E9D8-E55C52E2F8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02" y="1207071"/>
                <a:ext cx="797630" cy="6044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0247DEB-CFFE-0B9F-B01E-BF31A6FA8498}"/>
                  </a:ext>
                </a:extLst>
              </p:cNvPr>
              <p:cNvSpPr/>
              <p:nvPr/>
            </p:nvSpPr>
            <p:spPr>
              <a:xfrm>
                <a:off x="1721383" y="3965906"/>
                <a:ext cx="797630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0247DEB-CFFE-0B9F-B01E-BF31A6FA84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383" y="3965906"/>
                <a:ext cx="797630" cy="604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CB8C076-8C1B-C554-748A-05080C7F4BF5}"/>
                  </a:ext>
                </a:extLst>
              </p:cNvPr>
              <p:cNvSpPr/>
              <p:nvPr/>
            </p:nvSpPr>
            <p:spPr>
              <a:xfrm>
                <a:off x="1721383" y="3296894"/>
                <a:ext cx="797630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  <m:r>
                      <a:rPr lang="en-US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⋄1⋄0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CB8C076-8C1B-C554-748A-05080C7F4B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383" y="3296894"/>
                <a:ext cx="797630" cy="604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itle 1">
            <a:extLst>
              <a:ext uri="{FF2B5EF4-FFF2-40B4-BE49-F238E27FC236}">
                <a16:creationId xmlns:a16="http://schemas.microsoft.com/office/drawing/2014/main" id="{CEB496C7-0475-7ACA-D2CB-6A58397AF73C}"/>
              </a:ext>
            </a:extLst>
          </p:cNvPr>
          <p:cNvSpPr txBox="1">
            <a:spLocks/>
          </p:cNvSpPr>
          <p:nvPr/>
        </p:nvSpPr>
        <p:spPr>
          <a:xfrm>
            <a:off x="1801323" y="4654585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1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BBB015E9-B343-101C-6A40-CA54226CBE25}"/>
              </a:ext>
            </a:extLst>
          </p:cNvPr>
          <p:cNvSpPr txBox="1">
            <a:spLocks/>
          </p:cNvSpPr>
          <p:nvPr/>
        </p:nvSpPr>
        <p:spPr>
          <a:xfrm>
            <a:off x="3757448" y="4621654"/>
            <a:ext cx="664858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2</a:t>
            </a:r>
            <a:endParaRPr lang="en-RO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EA0D047-4F37-68F5-D7A2-711B503B9BC6}"/>
                  </a:ext>
                </a:extLst>
              </p:cNvPr>
              <p:cNvSpPr/>
              <p:nvPr/>
            </p:nvSpPr>
            <p:spPr>
              <a:xfrm>
                <a:off x="3770819" y="3965906"/>
                <a:ext cx="797630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EA0D047-4F37-68F5-D7A2-711B503B9B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819" y="3965906"/>
                <a:ext cx="797630" cy="60443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46D2568-F6F7-3961-8826-022C8582686E}"/>
                  </a:ext>
                </a:extLst>
              </p:cNvPr>
              <p:cNvSpPr/>
              <p:nvPr/>
            </p:nvSpPr>
            <p:spPr>
              <a:xfrm>
                <a:off x="3770819" y="3296894"/>
                <a:ext cx="797630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  <m:r>
                      <a:rPr lang="en-US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⋄1⋄0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46D2568-F6F7-3961-8826-022C85826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819" y="3296894"/>
                <a:ext cx="797630" cy="6044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E04E598-66F3-EC9F-553C-25A8E76BE3AE}"/>
                  </a:ext>
                </a:extLst>
              </p:cNvPr>
              <p:cNvSpPr/>
              <p:nvPr/>
            </p:nvSpPr>
            <p:spPr>
              <a:xfrm>
                <a:off x="4617545" y="3965906"/>
                <a:ext cx="99668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E04E598-66F3-EC9F-553C-25A8E76BE3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45" y="3965906"/>
                <a:ext cx="996688" cy="60443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013FC54-9E29-2821-EB89-8F3D2521DFE5}"/>
                  </a:ext>
                </a:extLst>
              </p:cNvPr>
              <p:cNvSpPr/>
              <p:nvPr/>
            </p:nvSpPr>
            <p:spPr>
              <a:xfrm>
                <a:off x="4617545" y="3296894"/>
                <a:ext cx="99668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0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013FC54-9E29-2821-EB89-8F3D2521DF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45" y="3296894"/>
                <a:ext cx="996688" cy="60443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itle 1">
            <a:extLst>
              <a:ext uri="{FF2B5EF4-FFF2-40B4-BE49-F238E27FC236}">
                <a16:creationId xmlns:a16="http://schemas.microsoft.com/office/drawing/2014/main" id="{5111039A-45D7-625B-8DB2-1B883F3FD484}"/>
              </a:ext>
            </a:extLst>
          </p:cNvPr>
          <p:cNvSpPr txBox="1">
            <a:spLocks/>
          </p:cNvSpPr>
          <p:nvPr/>
        </p:nvSpPr>
        <p:spPr>
          <a:xfrm>
            <a:off x="4764884" y="4634918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3</a:t>
            </a:r>
            <a:endParaRPr lang="en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77FF294-E8C9-6D83-2EAE-131DEB32C877}"/>
                  </a:ext>
                </a:extLst>
              </p:cNvPr>
              <p:cNvSpPr/>
              <p:nvPr/>
            </p:nvSpPr>
            <p:spPr>
              <a:xfrm>
                <a:off x="2607570" y="3965906"/>
                <a:ext cx="1114153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/>
                  <a:t>0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endParaRPr lang="en-RO" dirty="0"/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77FF294-E8C9-6D83-2EAE-131DEB32C8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570" y="3965906"/>
                <a:ext cx="1114153" cy="6044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C00DB74-E4B6-545F-96FA-785BAE840764}"/>
                  </a:ext>
                </a:extLst>
              </p:cNvPr>
              <p:cNvSpPr/>
              <p:nvPr/>
            </p:nvSpPr>
            <p:spPr>
              <a:xfrm>
                <a:off x="2607570" y="3296894"/>
                <a:ext cx="1114153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RO" dirty="0">
                    <a:solidFill>
                      <a:schemeClr val="accent6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C00DB74-E4B6-545F-96FA-785BAE840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570" y="3296894"/>
                <a:ext cx="1114153" cy="60443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itle 1">
            <a:extLst>
              <a:ext uri="{FF2B5EF4-FFF2-40B4-BE49-F238E27FC236}">
                <a16:creationId xmlns:a16="http://schemas.microsoft.com/office/drawing/2014/main" id="{A357FE78-C429-96CF-53EF-D9635A0FC763}"/>
              </a:ext>
            </a:extLst>
          </p:cNvPr>
          <p:cNvSpPr txBox="1">
            <a:spLocks/>
          </p:cNvSpPr>
          <p:nvPr/>
        </p:nvSpPr>
        <p:spPr>
          <a:xfrm>
            <a:off x="2813641" y="4611281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4</a:t>
            </a:r>
            <a:endParaRPr lang="en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A41797D-314F-1E48-5123-AA87DFE09FE2}"/>
                  </a:ext>
                </a:extLst>
              </p:cNvPr>
              <p:cNvSpPr/>
              <p:nvPr/>
            </p:nvSpPr>
            <p:spPr>
              <a:xfrm>
                <a:off x="5687997" y="3965905"/>
                <a:ext cx="664858" cy="60443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en-RO" b="1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A41797D-314F-1E48-5123-AA87DFE09F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997" y="3965905"/>
                <a:ext cx="664858" cy="6044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8DA3F66-0FAC-7B9F-FE5D-8C4FF70A14E1}"/>
                  </a:ext>
                </a:extLst>
              </p:cNvPr>
              <p:cNvSpPr/>
              <p:nvPr/>
            </p:nvSpPr>
            <p:spPr>
              <a:xfrm>
                <a:off x="5687997" y="3296893"/>
                <a:ext cx="664858" cy="6044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⋄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$</a:t>
                </a:r>
                <a:endParaRPr lang="en-R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8DA3F66-0FAC-7B9F-FE5D-8C4FF70A14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997" y="3296893"/>
                <a:ext cx="664858" cy="60443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itle 1">
            <a:extLst>
              <a:ext uri="{FF2B5EF4-FFF2-40B4-BE49-F238E27FC236}">
                <a16:creationId xmlns:a16="http://schemas.microsoft.com/office/drawing/2014/main" id="{D5F561A3-D0F0-C9D7-04F6-D8C464B39228}"/>
              </a:ext>
            </a:extLst>
          </p:cNvPr>
          <p:cNvSpPr txBox="1">
            <a:spLocks/>
          </p:cNvSpPr>
          <p:nvPr/>
        </p:nvSpPr>
        <p:spPr>
          <a:xfrm>
            <a:off x="5652286" y="4611281"/>
            <a:ext cx="702010" cy="378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400"/>
              <a:buFont typeface="Karla Regular"/>
              <a:buNone/>
              <a:defRPr sz="18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1pPr>
            <a:lvl2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2pPr>
            <a:lvl3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3pPr>
            <a:lvl4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4pPr>
            <a:lvl5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5pPr>
            <a:lvl6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6pPr>
            <a:lvl7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7pPr>
            <a:lvl8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8pPr>
            <a:lvl9pPr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</a:defRPr>
            </a:lvl9pPr>
          </a:lstStyle>
          <a:p>
            <a:r>
              <a:rPr lang="en-RO" sz="1400" dirty="0"/>
              <a:t>pair </a:t>
            </a:r>
            <a:r>
              <a:rPr lang="en-US" sz="1400" dirty="0"/>
              <a:t>5</a:t>
            </a:r>
            <a:endParaRPr lang="en-RO" sz="1400" dirty="0"/>
          </a:p>
        </p:txBody>
      </p:sp>
    </p:spTree>
    <p:extLst>
      <p:ext uri="{BB962C8B-B14F-4D97-AF65-F5344CB8AC3E}">
        <p14:creationId xmlns:p14="http://schemas.microsoft.com/office/powerpoint/2010/main" val="404180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35" grpId="0"/>
      <p:bldP spid="36" grpId="0"/>
      <p:bldP spid="2" grpId="0" animBg="1"/>
      <p:bldP spid="3" grpId="0" animBg="1"/>
      <p:bldP spid="4" grpId="0" animBg="1"/>
      <p:bldP spid="12" grpId="0" animBg="1"/>
      <p:bldP spid="16" grpId="0" animBg="1"/>
      <p:bldP spid="17" grpId="0" animBg="1"/>
      <p:bldP spid="18" grpId="0"/>
      <p:bldP spid="19" grpId="0"/>
      <p:bldP spid="20" grpId="0"/>
      <p:bldP spid="23" grpId="0"/>
      <p:bldP spid="24" grpId="0" animBg="1"/>
      <p:bldP spid="25" grpId="0" animBg="1"/>
      <p:bldP spid="27" grpId="0"/>
      <p:bldP spid="28" grpId="0" animBg="1"/>
      <p:bldP spid="29" grpId="0" animBg="1"/>
      <p:bldP spid="30" grpId="0" animBg="1"/>
      <p:bldP spid="31" grpId="0" animBg="1"/>
      <p:bldP spid="32" grpId="0"/>
      <p:bldP spid="40" grpId="0"/>
      <p:bldP spid="41" grpId="0" animBg="1"/>
      <p:bldP spid="42" grpId="0" animBg="1"/>
      <p:bldP spid="45" grpId="0" animBg="1"/>
      <p:bldP spid="46" grpId="0" animBg="1"/>
      <p:bldP spid="47" grpId="0"/>
      <p:bldP spid="48" grpId="0" animBg="1"/>
      <p:bldP spid="59" grpId="0" animBg="1"/>
      <p:bldP spid="60" grpId="0"/>
      <p:bldP spid="61" grpId="0" animBg="1"/>
      <p:bldP spid="62" grpId="0" animBg="1"/>
      <p:bldP spid="68" grpId="0"/>
    </p:bld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2599</TotalTime>
  <Words>1698</Words>
  <Application>Microsoft Office PowerPoint</Application>
  <PresentationFormat>On-screen Show (16:9)</PresentationFormat>
  <Paragraphs>710</Paragraphs>
  <Slides>35</Slides>
  <Notes>35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Roboto Condensed Light</vt:lpstr>
      <vt:lpstr>Karla</vt:lpstr>
      <vt:lpstr>Cambria Math</vt:lpstr>
      <vt:lpstr>Karla Regular</vt:lpstr>
      <vt:lpstr>Lucida Sans Typewriter</vt:lpstr>
      <vt:lpstr>Arial</vt:lpstr>
      <vt:lpstr>Nunito</vt:lpstr>
      <vt:lpstr>Lucida Sans</vt:lpstr>
      <vt:lpstr>Mathematics Subject for Middle School - 6th Grade: Algebra by Slidesgo</vt:lpstr>
      <vt:lpstr>Recap</vt:lpstr>
      <vt:lpstr>Undecidability Results</vt:lpstr>
      <vt:lpstr>Contents</vt:lpstr>
      <vt:lpstr>Rice’s Theorem</vt:lpstr>
      <vt:lpstr>PowerPoint Presentation</vt:lpstr>
      <vt:lpstr>“… property of acceptable problems…”</vt:lpstr>
      <vt:lpstr>“… non-trivial property…”</vt:lpstr>
      <vt:lpstr>“… property […] is undecidable…”</vt:lpstr>
      <vt:lpstr>PowerPoint Presentation</vt:lpstr>
      <vt:lpstr>Formal statement</vt:lpstr>
      <vt:lpstr>Proof (HALT≤_m hasP)</vt:lpstr>
      <vt:lpstr>Proof (HALT≤_m hasP)</vt:lpstr>
      <vt:lpstr>Post’s Correspondence Problem</vt:lpstr>
      <vt:lpstr>Refresher</vt:lpstr>
      <vt:lpstr>Refresher</vt:lpstr>
      <vt:lpstr>Refresher</vt:lpstr>
      <vt:lpstr>Refresher</vt:lpstr>
      <vt:lpstr>Modified Post’s Correspondence Problem</vt:lpstr>
      <vt:lpstr>Modified Post’s Correspondence Problem (2)</vt:lpstr>
      <vt:lpstr>PCP∉R</vt:lpstr>
      <vt:lpstr>Configurations</vt:lpstr>
      <vt:lpstr>PowerPoint Presentation</vt:lpstr>
      <vt:lpstr>Computational history</vt:lpstr>
      <vt:lpstr>PowerPoint Presentation</vt:lpstr>
      <vt:lpstr>HALT≤_m MPCP idea</vt:lpstr>
      <vt:lpstr>Restricted Turing Machines</vt:lpstr>
      <vt:lpstr>isEven’</vt:lpstr>
      <vt:lpstr>PowerPoint Presentation</vt:lpstr>
      <vt:lpstr>(isEven′, 100)  tileset solution</vt:lpstr>
      <vt:lpstr>PowerPoint Presentation</vt:lpstr>
      <vt:lpstr>(isEven′, 11)  tileset -no solution</vt:lpstr>
      <vt:lpstr>MPCP≤_m PCP</vt:lpstr>
      <vt:lpstr>MPCP≤_m PCP (2)</vt:lpstr>
      <vt:lpstr>MPCP≤_m PCP (2)</vt:lpstr>
      <vt:lpstr>MPCP≤_m PCP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Turing Machine</dc:title>
  <dc:creator>mihai</dc:creator>
  <cp:lastModifiedBy>mihai</cp:lastModifiedBy>
  <cp:revision>179</cp:revision>
  <dcterms:modified xsi:type="dcterms:W3CDTF">2022-11-09T19:33:24Z</dcterms:modified>
</cp:coreProperties>
</file>